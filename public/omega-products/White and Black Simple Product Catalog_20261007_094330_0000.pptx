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7556500" cy="10693400"/>
  <p:notesSz cx="6858000" cy="9144000"/>
  <p:embeddedFontLst>
    <p:embeddedFont>
      <p:font typeface="Cotoris Bold" charset="1" panose="020E0502070508020303"/>
      <p:regular r:id="rId15"/>
    </p:embeddedFont>
    <p:embeddedFont>
      <p:font typeface="Canva Sans Bold" charset="1" panose="020B0803030501040103"/>
      <p:regular r:id="rId16"/>
    </p:embeddedFont>
    <p:embeddedFont>
      <p:font typeface="Poppins" charset="1" panose="00000500000000000000"/>
      <p:regular r:id="rId17"/>
    </p:embeddedFont>
    <p:embeddedFont>
      <p:font typeface="Poppins Bold" charset="1" panose="00000800000000000000"/>
      <p:regular r:id="rId18"/>
    </p:embeddedFont>
    <p:embeddedFont>
      <p:font typeface="Poppins Light" charset="1" panose="00000400000000000000"/>
      <p:regular r:id="rId19"/>
    </p:embeddedFont>
    <p:embeddedFont>
      <p:font typeface="Cotoris" charset="1" panose="020E0402080508020303"/>
      <p:regular r:id="rId20"/>
    </p:embeddedFont>
    <p:embeddedFont>
      <p:font typeface="Canva Sans" charset="1" panose="020B05030305010401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8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8.jpeg" Type="http://schemas.openxmlformats.org/officeDocument/2006/relationships/image"/><Relationship Id="rId4" Target="../media/image9.jpeg" Type="http://schemas.openxmlformats.org/officeDocument/2006/relationships/image"/><Relationship Id="rId5" Target="../media/image5.png" Type="http://schemas.openxmlformats.org/officeDocument/2006/relationships/image"/><Relationship Id="rId6" Target="../media/image10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1.jpeg" Type="http://schemas.openxmlformats.org/officeDocument/2006/relationships/image"/><Relationship Id="rId4" Target="../media/image12.jpeg" Type="http://schemas.openxmlformats.org/officeDocument/2006/relationships/image"/><Relationship Id="rId5" Target="../media/image5.png" Type="http://schemas.openxmlformats.org/officeDocument/2006/relationships/image"/><Relationship Id="rId6" Target="../media/image1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4.jpeg" Type="http://schemas.openxmlformats.org/officeDocument/2006/relationships/image"/><Relationship Id="rId4" Target="../media/image15.jpeg" Type="http://schemas.openxmlformats.org/officeDocument/2006/relationships/image"/><Relationship Id="rId5" Target="../media/image16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7.jpeg" Type="http://schemas.openxmlformats.org/officeDocument/2006/relationships/image"/><Relationship Id="rId4" Target="../media/image18.jpeg" Type="http://schemas.openxmlformats.org/officeDocument/2006/relationships/image"/><Relationship Id="rId5" Target="../media/image19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0.jpeg" Type="http://schemas.openxmlformats.org/officeDocument/2006/relationships/image"/><Relationship Id="rId4" Target="../media/image21.jpeg" Type="http://schemas.openxmlformats.org/officeDocument/2006/relationships/image"/><Relationship Id="rId5" Target="../media/image22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3.jpeg" Type="http://schemas.openxmlformats.org/officeDocument/2006/relationships/image"/><Relationship Id="rId4" Target="../media/image24.jpeg" Type="http://schemas.openxmlformats.org/officeDocument/2006/relationships/image"/><Relationship Id="rId5" Target="../media/image25.jpe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67313">
            <a:off x="-2933546" y="-1024301"/>
            <a:ext cx="13427092" cy="13647498"/>
          </a:xfrm>
          <a:custGeom>
            <a:avLst/>
            <a:gdLst/>
            <a:ahLst/>
            <a:cxnLst/>
            <a:rect r="r" b="b" t="t" l="l"/>
            <a:pathLst>
              <a:path h="13647498" w="13427092">
                <a:moveTo>
                  <a:pt x="0" y="5135468"/>
                </a:moveTo>
                <a:lnTo>
                  <a:pt x="5548024" y="0"/>
                </a:lnTo>
                <a:lnTo>
                  <a:pt x="13427092" y="8512029"/>
                </a:lnTo>
                <a:lnTo>
                  <a:pt x="7879068" y="13647497"/>
                </a:lnTo>
                <a:lnTo>
                  <a:pt x="0" y="5135468"/>
                </a:lnTo>
                <a:close/>
              </a:path>
            </a:pathLst>
          </a:custGeom>
          <a:blipFill>
            <a:blip r:embed="rId2"/>
            <a:stretch>
              <a:fillRect l="-32293" t="-8863" r="-3262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34366" y="5312403"/>
            <a:ext cx="2093283" cy="1680484"/>
            <a:chOff x="0" y="0"/>
            <a:chExt cx="1568315" cy="12590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68315" cy="1259041"/>
            </a:xfrm>
            <a:custGeom>
              <a:avLst/>
              <a:gdLst/>
              <a:ahLst/>
              <a:cxnLst/>
              <a:rect r="r" b="b" t="t" l="l"/>
              <a:pathLst>
                <a:path h="1259041" w="1568315">
                  <a:moveTo>
                    <a:pt x="0" y="0"/>
                  </a:moveTo>
                  <a:lnTo>
                    <a:pt x="1568315" y="0"/>
                  </a:lnTo>
                  <a:lnTo>
                    <a:pt x="1568315" y="1259041"/>
                  </a:lnTo>
                  <a:lnTo>
                    <a:pt x="0" y="1259041"/>
                  </a:lnTo>
                  <a:close/>
                </a:path>
              </a:pathLst>
            </a:custGeom>
            <a:blipFill>
              <a:blip r:embed="rId3"/>
              <a:stretch>
                <a:fillRect l="0" t="-60723" r="0" b="-60723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82243" y="3344624"/>
            <a:ext cx="2245405" cy="1802608"/>
            <a:chOff x="0" y="0"/>
            <a:chExt cx="1568315" cy="12590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68315" cy="1259041"/>
            </a:xfrm>
            <a:custGeom>
              <a:avLst/>
              <a:gdLst/>
              <a:ahLst/>
              <a:cxnLst/>
              <a:rect r="r" b="b" t="t" l="l"/>
              <a:pathLst>
                <a:path h="1259041" w="1568315">
                  <a:moveTo>
                    <a:pt x="0" y="0"/>
                  </a:moveTo>
                  <a:lnTo>
                    <a:pt x="1568315" y="0"/>
                  </a:lnTo>
                  <a:lnTo>
                    <a:pt x="1568315" y="1259041"/>
                  </a:lnTo>
                  <a:lnTo>
                    <a:pt x="0" y="1259041"/>
                  </a:lnTo>
                  <a:close/>
                </a:path>
              </a:pathLst>
            </a:custGeom>
            <a:blipFill>
              <a:blip r:embed="rId4"/>
              <a:stretch>
                <a:fillRect l="0" t="-60723" r="0" b="-6072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47034" y="7277093"/>
            <a:ext cx="2093283" cy="1680484"/>
            <a:chOff x="0" y="0"/>
            <a:chExt cx="1568315" cy="12590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68315" cy="1259041"/>
            </a:xfrm>
            <a:custGeom>
              <a:avLst/>
              <a:gdLst/>
              <a:ahLst/>
              <a:cxnLst/>
              <a:rect r="r" b="b" t="t" l="l"/>
              <a:pathLst>
                <a:path h="1259041" w="1568315">
                  <a:moveTo>
                    <a:pt x="0" y="0"/>
                  </a:moveTo>
                  <a:lnTo>
                    <a:pt x="1568315" y="0"/>
                  </a:lnTo>
                  <a:lnTo>
                    <a:pt x="1568315" y="1259041"/>
                  </a:lnTo>
                  <a:lnTo>
                    <a:pt x="0" y="1259041"/>
                  </a:lnTo>
                  <a:close/>
                </a:path>
              </a:pathLst>
            </a:custGeom>
            <a:blipFill>
              <a:blip r:embed="rId5"/>
              <a:stretch>
                <a:fillRect l="0" t="-60723" r="0" b="-60723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>
            <a:off x="756000" y="3344624"/>
            <a:ext cx="6048000" cy="0"/>
          </a:xfrm>
          <a:prstGeom prst="line">
            <a:avLst/>
          </a:prstGeom>
          <a:ln cap="flat" w="9525">
            <a:solidFill>
              <a:srgbClr val="0A030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756000" y="5310859"/>
            <a:ext cx="6048000" cy="0"/>
          </a:xfrm>
          <a:prstGeom prst="line">
            <a:avLst/>
          </a:prstGeom>
          <a:ln cap="flat" w="9525">
            <a:solidFill>
              <a:srgbClr val="0A030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756000" y="7277093"/>
            <a:ext cx="6048000" cy="0"/>
          </a:xfrm>
          <a:prstGeom prst="line">
            <a:avLst/>
          </a:prstGeom>
          <a:ln cap="flat" w="9525">
            <a:solidFill>
              <a:srgbClr val="0A030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756000" y="9243327"/>
            <a:ext cx="6048000" cy="0"/>
          </a:xfrm>
          <a:prstGeom prst="line">
            <a:avLst/>
          </a:prstGeom>
          <a:ln cap="flat" w="9525">
            <a:solidFill>
              <a:srgbClr val="0A030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-543835" y="10497209"/>
            <a:ext cx="8647670" cy="564338"/>
            <a:chOff x="0" y="0"/>
            <a:chExt cx="3099130" cy="2022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99130" cy="202246"/>
            </a:xfrm>
            <a:custGeom>
              <a:avLst/>
              <a:gdLst/>
              <a:ahLst/>
              <a:cxnLst/>
              <a:rect r="r" b="b" t="t" l="l"/>
              <a:pathLst>
                <a:path h="202246" w="3099130">
                  <a:moveTo>
                    <a:pt x="0" y="0"/>
                  </a:moveTo>
                  <a:lnTo>
                    <a:pt x="3099130" y="0"/>
                  </a:lnTo>
                  <a:lnTo>
                    <a:pt x="3099130" y="202246"/>
                  </a:lnTo>
                  <a:lnTo>
                    <a:pt x="0" y="202246"/>
                  </a:lnTo>
                  <a:close/>
                </a:path>
              </a:pathLst>
            </a:custGeom>
            <a:solidFill>
              <a:srgbClr val="0A030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099130" cy="240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682243" y="756000"/>
            <a:ext cx="1556632" cy="1096578"/>
          </a:xfrm>
          <a:custGeom>
            <a:avLst/>
            <a:gdLst/>
            <a:ahLst/>
            <a:cxnLst/>
            <a:rect r="r" b="b" t="t" l="l"/>
            <a:pathLst>
              <a:path h="1096578" w="1556632">
                <a:moveTo>
                  <a:pt x="0" y="0"/>
                </a:moveTo>
                <a:lnTo>
                  <a:pt x="1556633" y="0"/>
                </a:lnTo>
                <a:lnTo>
                  <a:pt x="1556633" y="1096578"/>
                </a:lnTo>
                <a:lnTo>
                  <a:pt x="0" y="10965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552" r="-8662" b="-50698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292168" y="3835246"/>
            <a:ext cx="2986756" cy="267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0"/>
              </a:lnSpc>
            </a:pPr>
            <a:r>
              <a:rPr lang="en-US" sz="2000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COUNTER BOOK  Q2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277732" y="7605041"/>
            <a:ext cx="2916222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2000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COUNTER BOOKS Q4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900023" y="3776008"/>
            <a:ext cx="946443" cy="27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89"/>
              </a:lnSpc>
            </a:pPr>
            <a:r>
              <a:rPr lang="en-US" b="true" sz="1635">
                <a:solidFill>
                  <a:srgbClr val="11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56,000/-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92168" y="4330749"/>
            <a:ext cx="2999027" cy="79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66"/>
              </a:lnSpc>
            </a:pPr>
            <a:r>
              <a:rPr lang="en-US" sz="904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📚 OMEGA COUNTER BOOK 📚</a:t>
            </a:r>
          </a:p>
          <a:p>
            <a:pPr algn="just">
              <a:lnSpc>
                <a:spcPts val="1266"/>
              </a:lnSpc>
            </a:pPr>
            <a:r>
              <a:rPr lang="en-US" sz="904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Ubora wa hali ya juu kwa matumizi ya kila siku! ✨</a:t>
            </a:r>
          </a:p>
          <a:p>
            <a:pPr algn="just">
              <a:lnSpc>
                <a:spcPts val="1266"/>
              </a:lnSpc>
            </a:pPr>
            <a:r>
              <a:rPr lang="en-US" sz="904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Inafaa kwa shule, ofisi, biashara na kuandika kumbukumbu zako kwa mpangilio. 📝</a:t>
            </a:r>
          </a:p>
          <a:p>
            <a:pPr algn="just">
              <a:lnSpc>
                <a:spcPts val="1266"/>
              </a:lnSpc>
              <a:spcBef>
                <a:spcPct val="0"/>
              </a:spcBef>
            </a:pPr>
            <a:r>
              <a:rPr lang="en-US" sz="904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Kurasa 198 | Imara | Nadhifu | Rahisi kutumia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213748" y="6078429"/>
            <a:ext cx="3319643" cy="92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📚 OMEGA COUNTER BOOK 📚</a:t>
            </a:r>
          </a:p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Ubora wa hali ya juu kwa matumizi ya kila siku! ✨</a:t>
            </a:r>
          </a:p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Inafaa kwa shule, ofisi, biashara na kuandika kumbukumbu zako kwa mpangilio. 📝</a:t>
            </a:r>
          </a:p>
          <a:p>
            <a:pPr algn="just">
              <a:lnSpc>
                <a:spcPts val="1444"/>
              </a:lnSpc>
              <a:spcBef>
                <a:spcPct val="0"/>
              </a:spcBef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Kurasa 288 | Imara | Nadhifu | Rahisi kutumia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81740" y="1111986"/>
            <a:ext cx="4564726" cy="74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4"/>
              </a:lnSpc>
            </a:pPr>
            <a:r>
              <a:rPr lang="en-US" sz="5376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OMEGA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29757" y="9866361"/>
            <a:ext cx="1740852" cy="12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"/>
              </a:lnSpc>
            </a:pPr>
            <a:r>
              <a:rPr lang="en-US" sz="819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indigoprinter06423@gmail.com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040316" y="9866361"/>
            <a:ext cx="1587771" cy="12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3"/>
              </a:lnSpc>
            </a:pPr>
            <a:r>
              <a:rPr lang="en-US" sz="819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P.O.Box10424 Dar es salaam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778389" y="9866361"/>
            <a:ext cx="1025611" cy="236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93"/>
              </a:lnSpc>
            </a:pPr>
            <a:r>
              <a:rPr lang="en-US" sz="819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+255 715 268 391  </a:t>
            </a:r>
          </a:p>
          <a:p>
            <a:pPr algn="r">
              <a:lnSpc>
                <a:spcPts val="893"/>
              </a:lnSpc>
            </a:pPr>
            <a:r>
              <a:rPr lang="en-US" sz="819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+255 699 032 777</a:t>
            </a:r>
            <a:r>
              <a:rPr lang="en-US" sz="819">
                <a:solidFill>
                  <a:srgbClr val="110F0D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2243" y="2209214"/>
            <a:ext cx="5282901" cy="735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7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OMEGA – Ubora Unaouaminiwa. ✨</a:t>
            </a:r>
          </a:p>
          <a:p>
            <a:pPr algn="l">
              <a:lnSpc>
                <a:spcPts val="1437"/>
              </a:lnSpc>
            </a:pPr>
            <a:r>
              <a:rPr lang="en-US" sz="1027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 Tunatoa Counter Books zenye ubora wa hali ya juu, zinazofaa kwa shule, ofisi na biashara. 📚</a:t>
            </a:r>
          </a:p>
          <a:p>
            <a:pPr algn="l">
              <a:lnSpc>
                <a:spcPts val="1437"/>
              </a:lnSpc>
              <a:spcBef>
                <a:spcPct val="0"/>
              </a:spcBef>
            </a:pPr>
            <a:r>
              <a:rPr lang="en-US" sz="1027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OMEGA — Chaguo bora kwa maandishi bora.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277732" y="5605989"/>
            <a:ext cx="2622290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2000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COUNTER BOOK</a:t>
            </a:r>
            <a:r>
              <a:rPr lang="en-US" sz="2000">
                <a:solidFill>
                  <a:srgbClr val="110F0D"/>
                </a:solidFill>
                <a:latin typeface="Cotoris"/>
                <a:ea typeface="Cotoris"/>
                <a:cs typeface="Cotoris"/>
                <a:sym typeface="Cotoris"/>
              </a:rPr>
              <a:t>  </a:t>
            </a:r>
            <a:r>
              <a:rPr lang="en-US" sz="2000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Q3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900023" y="5539314"/>
            <a:ext cx="946443" cy="27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89"/>
              </a:lnSpc>
            </a:pPr>
            <a:r>
              <a:rPr lang="en-US" b="true" sz="1635">
                <a:solidFill>
                  <a:srgbClr val="11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57,000/-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900023" y="7538366"/>
            <a:ext cx="946443" cy="27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89"/>
              </a:lnSpc>
            </a:pPr>
            <a:r>
              <a:rPr lang="en-US" b="true" sz="1635">
                <a:solidFill>
                  <a:srgbClr val="11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60,000/-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213748" y="8158783"/>
            <a:ext cx="3319643" cy="92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📚 OMEGA COUNTER BOOK 📚</a:t>
            </a:r>
          </a:p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Ubora wa hali ya juu kwa matumizi ya kila siku! ✨</a:t>
            </a:r>
          </a:p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Inafaa kwa shule, ofisi, biashara na kuandika kumbukumbu zako kwa mpangilio. 📝</a:t>
            </a:r>
          </a:p>
          <a:p>
            <a:pPr algn="just">
              <a:lnSpc>
                <a:spcPts val="1444"/>
              </a:lnSpc>
              <a:spcBef>
                <a:spcPct val="0"/>
              </a:spcBef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Kurasa 384 | Imara | Nadhifu | Rahisi kutumia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67313">
            <a:off x="-2625521" y="-1144979"/>
            <a:ext cx="12811043" cy="12981959"/>
          </a:xfrm>
          <a:custGeom>
            <a:avLst/>
            <a:gdLst/>
            <a:ahLst/>
            <a:cxnLst/>
            <a:rect r="r" b="b" t="t" l="l"/>
            <a:pathLst>
              <a:path h="12981959" w="12811043">
                <a:moveTo>
                  <a:pt x="0" y="5135468"/>
                </a:moveTo>
                <a:lnTo>
                  <a:pt x="5548023" y="0"/>
                </a:lnTo>
                <a:lnTo>
                  <a:pt x="12811042" y="7846490"/>
                </a:lnTo>
                <a:lnTo>
                  <a:pt x="7263019" y="12981958"/>
                </a:lnTo>
                <a:lnTo>
                  <a:pt x="0" y="5135468"/>
                </a:lnTo>
                <a:close/>
              </a:path>
            </a:pathLst>
          </a:custGeom>
          <a:blipFill>
            <a:blip r:embed="rId2"/>
            <a:stretch>
              <a:fillRect l="-32646" t="-8688" r="-36465" b="-328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47034" y="3335650"/>
            <a:ext cx="1798445" cy="1780711"/>
            <a:chOff x="0" y="0"/>
            <a:chExt cx="1568315" cy="15528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68315" cy="1552851"/>
            </a:xfrm>
            <a:custGeom>
              <a:avLst/>
              <a:gdLst/>
              <a:ahLst/>
              <a:cxnLst/>
              <a:rect r="r" b="b" t="t" l="l"/>
              <a:pathLst>
                <a:path h="1552851" w="1568315">
                  <a:moveTo>
                    <a:pt x="0" y="0"/>
                  </a:moveTo>
                  <a:lnTo>
                    <a:pt x="1568315" y="0"/>
                  </a:lnTo>
                  <a:lnTo>
                    <a:pt x="1568315" y="1552851"/>
                  </a:lnTo>
                  <a:lnTo>
                    <a:pt x="0" y="1552851"/>
                  </a:lnTo>
                  <a:close/>
                </a:path>
              </a:pathLst>
            </a:custGeom>
            <a:blipFill>
              <a:blip r:embed="rId3"/>
              <a:stretch>
                <a:fillRect l="0" t="-39774" r="0" b="-39774"/>
              </a:stretch>
            </a:blipFill>
          </p:spPr>
        </p:sp>
      </p:grpSp>
      <p:sp>
        <p:nvSpPr>
          <p:cNvPr name="AutoShape 5" id="5"/>
          <p:cNvSpPr/>
          <p:nvPr/>
        </p:nvSpPr>
        <p:spPr>
          <a:xfrm>
            <a:off x="756000" y="3344624"/>
            <a:ext cx="6048000" cy="0"/>
          </a:xfrm>
          <a:prstGeom prst="line">
            <a:avLst/>
          </a:prstGeom>
          <a:ln cap="flat" w="9525">
            <a:solidFill>
              <a:srgbClr val="0A030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756000" y="5310859"/>
            <a:ext cx="6048000" cy="0"/>
          </a:xfrm>
          <a:prstGeom prst="line">
            <a:avLst/>
          </a:prstGeom>
          <a:ln cap="flat" w="9525">
            <a:solidFill>
              <a:srgbClr val="0A030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756000" y="7277093"/>
            <a:ext cx="6048000" cy="0"/>
          </a:xfrm>
          <a:prstGeom prst="line">
            <a:avLst/>
          </a:prstGeom>
          <a:ln cap="flat" w="9525">
            <a:solidFill>
              <a:srgbClr val="0A030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756000" y="9243327"/>
            <a:ext cx="6048000" cy="0"/>
          </a:xfrm>
          <a:prstGeom prst="line">
            <a:avLst/>
          </a:prstGeom>
          <a:ln cap="flat" w="9525">
            <a:solidFill>
              <a:srgbClr val="0A030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543835" y="10497209"/>
            <a:ext cx="8647670" cy="564338"/>
            <a:chOff x="0" y="0"/>
            <a:chExt cx="3099130" cy="2022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99130" cy="202246"/>
            </a:xfrm>
            <a:custGeom>
              <a:avLst/>
              <a:gdLst/>
              <a:ahLst/>
              <a:cxnLst/>
              <a:rect r="r" b="b" t="t" l="l"/>
              <a:pathLst>
                <a:path h="202246" w="3099130">
                  <a:moveTo>
                    <a:pt x="0" y="0"/>
                  </a:moveTo>
                  <a:lnTo>
                    <a:pt x="3099130" y="0"/>
                  </a:lnTo>
                  <a:lnTo>
                    <a:pt x="3099130" y="202246"/>
                  </a:lnTo>
                  <a:lnTo>
                    <a:pt x="0" y="202246"/>
                  </a:lnTo>
                  <a:close/>
                </a:path>
              </a:pathLst>
            </a:custGeom>
            <a:solidFill>
              <a:srgbClr val="0A030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99130" cy="240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82243" y="756000"/>
            <a:ext cx="1556632" cy="1096578"/>
          </a:xfrm>
          <a:custGeom>
            <a:avLst/>
            <a:gdLst/>
            <a:ahLst/>
            <a:cxnLst/>
            <a:rect r="r" b="b" t="t" l="l"/>
            <a:pathLst>
              <a:path h="1096578" w="1556632">
                <a:moveTo>
                  <a:pt x="0" y="0"/>
                </a:moveTo>
                <a:lnTo>
                  <a:pt x="1556633" y="0"/>
                </a:lnTo>
                <a:lnTo>
                  <a:pt x="1556633" y="1096578"/>
                </a:lnTo>
                <a:lnTo>
                  <a:pt x="0" y="10965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552" r="-8662" b="-50698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292168" y="3844771"/>
            <a:ext cx="2986756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2000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STIFF COVER 200 SL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77732" y="7605041"/>
            <a:ext cx="2916222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2000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STIFF COVER 200 SQ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00023" y="3776008"/>
            <a:ext cx="946443" cy="27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89"/>
              </a:lnSpc>
            </a:pPr>
            <a:r>
              <a:rPr lang="en-US" b="true" sz="1635">
                <a:solidFill>
                  <a:srgbClr val="11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75,000/-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292168" y="4321224"/>
            <a:ext cx="3081077" cy="82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00"/>
              </a:lnSpc>
            </a:pPr>
            <a:r>
              <a:rPr lang="en-US" sz="929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📚 OMEGA EXERCISE BOOK ✨</a:t>
            </a:r>
          </a:p>
          <a:p>
            <a:pPr algn="just">
              <a:lnSpc>
                <a:spcPts val="1300"/>
              </a:lnSpc>
            </a:pPr>
            <a:r>
              <a:rPr lang="en-US" sz="929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Ubora, uimara na muonekano wa kisasa katika daftari moja!</a:t>
            </a:r>
          </a:p>
          <a:p>
            <a:pPr algn="just">
              <a:lnSpc>
                <a:spcPts val="1300"/>
              </a:lnSpc>
              <a:spcBef>
                <a:spcPct val="0"/>
              </a:spcBef>
            </a:pPr>
            <a:r>
              <a:rPr lang="en-US" sz="929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 📝 Kurasa 200 | Stiff Cover | Imara na Rahisi Kutumia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81740" y="1111986"/>
            <a:ext cx="4564726" cy="74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4"/>
              </a:lnSpc>
            </a:pPr>
            <a:r>
              <a:rPr lang="en-US" sz="5376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OMEGA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9757" y="9866361"/>
            <a:ext cx="1740852" cy="12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"/>
              </a:lnSpc>
            </a:pPr>
            <a:r>
              <a:rPr lang="en-US" sz="819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indigoprinter06423@gmail.com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040316" y="9866361"/>
            <a:ext cx="1587771" cy="12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3"/>
              </a:lnSpc>
            </a:pPr>
            <a:r>
              <a:rPr lang="en-US" sz="819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P.O.Box10424 Dar es salaam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778389" y="9866361"/>
            <a:ext cx="1025611" cy="236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93"/>
              </a:lnSpc>
            </a:pPr>
            <a:r>
              <a:rPr lang="en-US" sz="819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+255 715 268 391  </a:t>
            </a:r>
          </a:p>
          <a:p>
            <a:pPr algn="r">
              <a:lnSpc>
                <a:spcPts val="893"/>
              </a:lnSpc>
            </a:pPr>
            <a:r>
              <a:rPr lang="en-US" sz="819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+255 699 032 777</a:t>
            </a:r>
            <a:r>
              <a:rPr lang="en-US" sz="819">
                <a:solidFill>
                  <a:srgbClr val="110F0D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2243" y="2209214"/>
            <a:ext cx="5282901" cy="735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7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OMEGA – Ubora Unaouaminiwa. ✨</a:t>
            </a:r>
          </a:p>
          <a:p>
            <a:pPr algn="l">
              <a:lnSpc>
                <a:spcPts val="1437"/>
              </a:lnSpc>
            </a:pPr>
            <a:r>
              <a:rPr lang="en-US" sz="1027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 Tunatoa Counter Books zenye ubora wa hali ya juu, zinazofaa kwa shule, ofisi na biashara. 📚</a:t>
            </a:r>
          </a:p>
          <a:p>
            <a:pPr algn="l">
              <a:lnSpc>
                <a:spcPts val="1437"/>
              </a:lnSpc>
              <a:spcBef>
                <a:spcPct val="0"/>
              </a:spcBef>
            </a:pPr>
            <a:r>
              <a:rPr lang="en-US" sz="1027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OMEGA — Chaguo bora kwa maandishi bora.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277732" y="5605989"/>
            <a:ext cx="2622290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2000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STIFF COVER 200 DL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900023" y="5539314"/>
            <a:ext cx="946443" cy="27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89"/>
              </a:lnSpc>
            </a:pPr>
            <a:r>
              <a:rPr lang="en-US" b="true" sz="1635">
                <a:solidFill>
                  <a:srgbClr val="11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75,000/-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900023" y="7538366"/>
            <a:ext cx="946443" cy="27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89"/>
              </a:lnSpc>
            </a:pPr>
            <a:r>
              <a:rPr lang="en-US" b="true" sz="1635">
                <a:solidFill>
                  <a:srgbClr val="11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75,000/-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47034" y="5346000"/>
            <a:ext cx="1798445" cy="1780711"/>
            <a:chOff x="0" y="0"/>
            <a:chExt cx="1568315" cy="155285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68315" cy="1552851"/>
            </a:xfrm>
            <a:custGeom>
              <a:avLst/>
              <a:gdLst/>
              <a:ahLst/>
              <a:cxnLst/>
              <a:rect r="r" b="b" t="t" l="l"/>
              <a:pathLst>
                <a:path h="1552851" w="1568315">
                  <a:moveTo>
                    <a:pt x="0" y="0"/>
                  </a:moveTo>
                  <a:lnTo>
                    <a:pt x="1568315" y="0"/>
                  </a:lnTo>
                  <a:lnTo>
                    <a:pt x="1568315" y="1552851"/>
                  </a:lnTo>
                  <a:lnTo>
                    <a:pt x="0" y="1552851"/>
                  </a:lnTo>
                  <a:close/>
                </a:path>
              </a:pathLst>
            </a:custGeom>
            <a:blipFill>
              <a:blip r:embed="rId3"/>
              <a:stretch>
                <a:fillRect l="0" t="-39774" r="0" b="-39774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47034" y="7356350"/>
            <a:ext cx="1798445" cy="1780711"/>
            <a:chOff x="0" y="0"/>
            <a:chExt cx="1568315" cy="155285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68315" cy="1552851"/>
            </a:xfrm>
            <a:custGeom>
              <a:avLst/>
              <a:gdLst/>
              <a:ahLst/>
              <a:cxnLst/>
              <a:rect r="r" b="b" t="t" l="l"/>
              <a:pathLst>
                <a:path h="1552851" w="1568315">
                  <a:moveTo>
                    <a:pt x="0" y="0"/>
                  </a:moveTo>
                  <a:lnTo>
                    <a:pt x="1568315" y="0"/>
                  </a:lnTo>
                  <a:lnTo>
                    <a:pt x="1568315" y="1552851"/>
                  </a:lnTo>
                  <a:lnTo>
                    <a:pt x="0" y="1552851"/>
                  </a:lnTo>
                  <a:close/>
                </a:path>
              </a:pathLst>
            </a:custGeom>
            <a:blipFill>
              <a:blip r:embed="rId3"/>
              <a:stretch>
                <a:fillRect l="0" t="-39774" r="0" b="-39774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3245007" y="8001282"/>
            <a:ext cx="3081077" cy="82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00"/>
              </a:lnSpc>
            </a:pPr>
            <a:r>
              <a:rPr lang="en-US" sz="929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📚 OMEGA EXERCISE BOOK ✨</a:t>
            </a:r>
          </a:p>
          <a:p>
            <a:pPr algn="just">
              <a:lnSpc>
                <a:spcPts val="1300"/>
              </a:lnSpc>
            </a:pPr>
            <a:r>
              <a:rPr lang="en-US" sz="929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Ubora, uimara na muonekano wa kisasa katika daftari moja!</a:t>
            </a:r>
          </a:p>
          <a:p>
            <a:pPr algn="just">
              <a:lnSpc>
                <a:spcPts val="1300"/>
              </a:lnSpc>
              <a:spcBef>
                <a:spcPct val="0"/>
              </a:spcBef>
            </a:pPr>
            <a:r>
              <a:rPr lang="en-US" sz="929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 📝 Kurasa 200 | Stiff Cover | Imara na Rahisi Kutumia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245007" y="6056476"/>
            <a:ext cx="3081077" cy="82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00"/>
              </a:lnSpc>
            </a:pPr>
            <a:r>
              <a:rPr lang="en-US" sz="929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📚 OMEGA EXERCISE BOOK ✨</a:t>
            </a:r>
          </a:p>
          <a:p>
            <a:pPr algn="just">
              <a:lnSpc>
                <a:spcPts val="1300"/>
              </a:lnSpc>
            </a:pPr>
            <a:r>
              <a:rPr lang="en-US" sz="929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Ubora, uimara na muonekano wa kisasa katika daftari moja!</a:t>
            </a:r>
          </a:p>
          <a:p>
            <a:pPr algn="just">
              <a:lnSpc>
                <a:spcPts val="1300"/>
              </a:lnSpc>
              <a:spcBef>
                <a:spcPct val="0"/>
              </a:spcBef>
            </a:pPr>
            <a:r>
              <a:rPr lang="en-US" sz="929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 📝 Kurasa 200 | Stiff Cover | Imara na Rahisi Kutumia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67313">
            <a:off x="-2625521" y="-1144979"/>
            <a:ext cx="12811043" cy="12981959"/>
          </a:xfrm>
          <a:custGeom>
            <a:avLst/>
            <a:gdLst/>
            <a:ahLst/>
            <a:cxnLst/>
            <a:rect r="r" b="b" t="t" l="l"/>
            <a:pathLst>
              <a:path h="12981959" w="12811043">
                <a:moveTo>
                  <a:pt x="0" y="5135468"/>
                </a:moveTo>
                <a:lnTo>
                  <a:pt x="5548023" y="0"/>
                </a:lnTo>
                <a:lnTo>
                  <a:pt x="12811042" y="7846490"/>
                </a:lnTo>
                <a:lnTo>
                  <a:pt x="7263019" y="12981958"/>
                </a:lnTo>
                <a:lnTo>
                  <a:pt x="0" y="5135468"/>
                </a:lnTo>
                <a:close/>
              </a:path>
            </a:pathLst>
          </a:custGeom>
          <a:blipFill>
            <a:blip r:embed="rId2"/>
            <a:stretch>
              <a:fillRect l="-32646" t="-8688" r="-36465" b="-328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82243" y="3344624"/>
            <a:ext cx="2099215" cy="1685247"/>
            <a:chOff x="0" y="0"/>
            <a:chExt cx="1568315" cy="12590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68315" cy="1259041"/>
            </a:xfrm>
            <a:custGeom>
              <a:avLst/>
              <a:gdLst/>
              <a:ahLst/>
              <a:cxnLst/>
              <a:rect r="r" b="b" t="t" l="l"/>
              <a:pathLst>
                <a:path h="1259041" w="1568315">
                  <a:moveTo>
                    <a:pt x="0" y="0"/>
                  </a:moveTo>
                  <a:lnTo>
                    <a:pt x="1568315" y="0"/>
                  </a:lnTo>
                  <a:lnTo>
                    <a:pt x="1568315" y="1259041"/>
                  </a:lnTo>
                  <a:lnTo>
                    <a:pt x="0" y="1259041"/>
                  </a:lnTo>
                  <a:close/>
                </a:path>
              </a:pathLst>
            </a:custGeom>
            <a:blipFill>
              <a:blip r:embed="rId3"/>
              <a:stretch>
                <a:fillRect l="0" t="-60723" r="0" b="-60723"/>
              </a:stretch>
            </a:blipFill>
          </p:spPr>
        </p:sp>
      </p:grpSp>
      <p:sp>
        <p:nvSpPr>
          <p:cNvPr name="AutoShape 5" id="5"/>
          <p:cNvSpPr/>
          <p:nvPr/>
        </p:nvSpPr>
        <p:spPr>
          <a:xfrm>
            <a:off x="756000" y="3344624"/>
            <a:ext cx="6048000" cy="0"/>
          </a:xfrm>
          <a:prstGeom prst="line">
            <a:avLst/>
          </a:prstGeom>
          <a:ln cap="flat" w="9525">
            <a:solidFill>
              <a:srgbClr val="0A030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756000" y="5310859"/>
            <a:ext cx="6048000" cy="0"/>
          </a:xfrm>
          <a:prstGeom prst="line">
            <a:avLst/>
          </a:prstGeom>
          <a:ln cap="flat" w="9525">
            <a:solidFill>
              <a:srgbClr val="0A030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756000" y="7277093"/>
            <a:ext cx="6048000" cy="0"/>
          </a:xfrm>
          <a:prstGeom prst="line">
            <a:avLst/>
          </a:prstGeom>
          <a:ln cap="flat" w="9525">
            <a:solidFill>
              <a:srgbClr val="0A030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756000" y="9243327"/>
            <a:ext cx="6048000" cy="0"/>
          </a:xfrm>
          <a:prstGeom prst="line">
            <a:avLst/>
          </a:prstGeom>
          <a:ln cap="flat" w="9525">
            <a:solidFill>
              <a:srgbClr val="0A030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543835" y="10497209"/>
            <a:ext cx="8647670" cy="564338"/>
            <a:chOff x="0" y="0"/>
            <a:chExt cx="3099130" cy="2022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99130" cy="202246"/>
            </a:xfrm>
            <a:custGeom>
              <a:avLst/>
              <a:gdLst/>
              <a:ahLst/>
              <a:cxnLst/>
              <a:rect r="r" b="b" t="t" l="l"/>
              <a:pathLst>
                <a:path h="202246" w="3099130">
                  <a:moveTo>
                    <a:pt x="0" y="0"/>
                  </a:moveTo>
                  <a:lnTo>
                    <a:pt x="3099130" y="0"/>
                  </a:lnTo>
                  <a:lnTo>
                    <a:pt x="3099130" y="202246"/>
                  </a:lnTo>
                  <a:lnTo>
                    <a:pt x="0" y="202246"/>
                  </a:lnTo>
                  <a:close/>
                </a:path>
              </a:pathLst>
            </a:custGeom>
            <a:solidFill>
              <a:srgbClr val="0A030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99130" cy="240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82243" y="756000"/>
            <a:ext cx="1556632" cy="1096578"/>
          </a:xfrm>
          <a:custGeom>
            <a:avLst/>
            <a:gdLst/>
            <a:ahLst/>
            <a:cxnLst/>
            <a:rect r="r" b="b" t="t" l="l"/>
            <a:pathLst>
              <a:path h="1096578" w="1556632">
                <a:moveTo>
                  <a:pt x="0" y="0"/>
                </a:moveTo>
                <a:lnTo>
                  <a:pt x="1556633" y="0"/>
                </a:lnTo>
                <a:lnTo>
                  <a:pt x="1556633" y="1096578"/>
                </a:lnTo>
                <a:lnTo>
                  <a:pt x="0" y="10965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552" r="-8662" b="-50698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292168" y="3844771"/>
            <a:ext cx="2986756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2000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100 PAGES  SL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77732" y="7605041"/>
            <a:ext cx="2916222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2000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100 PAGES  SQ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00023" y="3776008"/>
            <a:ext cx="946443" cy="27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89"/>
              </a:lnSpc>
            </a:pPr>
            <a:r>
              <a:rPr lang="en-US" b="true" sz="1635">
                <a:solidFill>
                  <a:srgbClr val="11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41,000/-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277732" y="4020221"/>
            <a:ext cx="3660871" cy="1181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32"/>
              </a:lnSpc>
            </a:pPr>
          </a:p>
          <a:p>
            <a:pPr algn="just">
              <a:lnSpc>
                <a:spcPts val="1332"/>
              </a:lnSpc>
            </a:pPr>
            <a:r>
              <a:rPr lang="en-US" sz="95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📚 OMEGA EXERCISE BOOK – INDIGO PRINTER 💙💗</a:t>
            </a:r>
          </a:p>
          <a:p>
            <a:pPr algn="just">
              <a:lnSpc>
                <a:spcPts val="1332"/>
              </a:lnSpc>
            </a:pPr>
            <a:r>
              <a:rPr lang="en-US" sz="95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Ubora wa Tanzania, kwa maandishi bora! 🇹🇿✨</a:t>
            </a:r>
          </a:p>
          <a:p>
            <a:pPr algn="just">
              <a:lnSpc>
                <a:spcPts val="1332"/>
              </a:lnSpc>
            </a:pPr>
            <a:r>
              <a:rPr lang="en-US" sz="95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 📝 Kurasa 100 | Ubora wa hali ya juu | Muonekano wa kisasa</a:t>
            </a:r>
          </a:p>
          <a:p>
            <a:pPr algn="just">
              <a:lnSpc>
                <a:spcPts val="1332"/>
              </a:lnSpc>
            </a:pPr>
            <a:r>
              <a:rPr lang="en-US" sz="95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Inafaa kwa wanafunzi, shule na matumizi ya kila siku.</a:t>
            </a:r>
          </a:p>
          <a:p>
            <a:pPr algn="just">
              <a:lnSpc>
                <a:spcPts val="1332"/>
              </a:lnSpc>
            </a:pPr>
            <a:r>
              <a:rPr lang="en-US" sz="95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OMEGA — Chaguo bora kwa kila mwanafunzi! 📖✨</a:t>
            </a:r>
          </a:p>
          <a:p>
            <a:pPr algn="just">
              <a:lnSpc>
                <a:spcPts val="1332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2281740" y="1111986"/>
            <a:ext cx="4564726" cy="74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4"/>
              </a:lnSpc>
            </a:pPr>
            <a:r>
              <a:rPr lang="en-US" sz="5376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OMEGA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9757" y="9866361"/>
            <a:ext cx="1740852" cy="12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"/>
              </a:lnSpc>
            </a:pPr>
            <a:r>
              <a:rPr lang="en-US" sz="819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indigoprinter06423@gmail.com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040316" y="9866361"/>
            <a:ext cx="1587771" cy="12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3"/>
              </a:lnSpc>
            </a:pPr>
            <a:r>
              <a:rPr lang="en-US" sz="819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P.O.Box10424 Dar es salaam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778389" y="9866361"/>
            <a:ext cx="1025611" cy="236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93"/>
              </a:lnSpc>
            </a:pPr>
            <a:r>
              <a:rPr lang="en-US" sz="819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+255 715 268 391  </a:t>
            </a:r>
          </a:p>
          <a:p>
            <a:pPr algn="r">
              <a:lnSpc>
                <a:spcPts val="893"/>
              </a:lnSpc>
            </a:pPr>
            <a:r>
              <a:rPr lang="en-US" sz="819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+255 699 032 777</a:t>
            </a:r>
            <a:r>
              <a:rPr lang="en-US" sz="819">
                <a:solidFill>
                  <a:srgbClr val="110F0D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2243" y="2209214"/>
            <a:ext cx="5282901" cy="735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7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OMEGA – Ubora Unaouaminiwa. ✨</a:t>
            </a:r>
          </a:p>
          <a:p>
            <a:pPr algn="l">
              <a:lnSpc>
                <a:spcPts val="1437"/>
              </a:lnSpc>
            </a:pPr>
            <a:r>
              <a:rPr lang="en-US" sz="1027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 Tunatoa Counter Books zenye ubora wa hali ya juu, zinazofaa kwa shule, ofisi na biashara. 📚</a:t>
            </a:r>
          </a:p>
          <a:p>
            <a:pPr algn="l">
              <a:lnSpc>
                <a:spcPts val="1437"/>
              </a:lnSpc>
              <a:spcBef>
                <a:spcPct val="0"/>
              </a:spcBef>
            </a:pPr>
            <a:r>
              <a:rPr lang="en-US" sz="1027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OMEGA — Chaguo bora kwa maandishi bora.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277732" y="5605989"/>
            <a:ext cx="2622290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2000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100 PAGES  DL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900023" y="5539314"/>
            <a:ext cx="946443" cy="27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89"/>
              </a:lnSpc>
            </a:pPr>
            <a:r>
              <a:rPr lang="en-US" b="true" sz="1635">
                <a:solidFill>
                  <a:srgbClr val="11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41,000/-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900023" y="7538366"/>
            <a:ext cx="946443" cy="27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89"/>
              </a:lnSpc>
            </a:pPr>
            <a:r>
              <a:rPr lang="en-US" b="true" sz="1635">
                <a:solidFill>
                  <a:srgbClr val="11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41,000/-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82243" y="5346000"/>
            <a:ext cx="2099215" cy="1685247"/>
            <a:chOff x="0" y="0"/>
            <a:chExt cx="1568315" cy="125904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68315" cy="1259041"/>
            </a:xfrm>
            <a:custGeom>
              <a:avLst/>
              <a:gdLst/>
              <a:ahLst/>
              <a:cxnLst/>
              <a:rect r="r" b="b" t="t" l="l"/>
              <a:pathLst>
                <a:path h="1259041" w="1568315">
                  <a:moveTo>
                    <a:pt x="0" y="0"/>
                  </a:moveTo>
                  <a:lnTo>
                    <a:pt x="1568315" y="0"/>
                  </a:lnTo>
                  <a:lnTo>
                    <a:pt x="1568315" y="1259041"/>
                  </a:lnTo>
                  <a:lnTo>
                    <a:pt x="0" y="1259041"/>
                  </a:lnTo>
                  <a:close/>
                </a:path>
              </a:pathLst>
            </a:custGeom>
            <a:blipFill>
              <a:blip r:embed="rId3"/>
              <a:stretch>
                <a:fillRect l="0" t="-60723" r="0" b="-60723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82243" y="7277093"/>
            <a:ext cx="2099215" cy="1685247"/>
            <a:chOff x="0" y="0"/>
            <a:chExt cx="1568315" cy="125904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68315" cy="1259041"/>
            </a:xfrm>
            <a:custGeom>
              <a:avLst/>
              <a:gdLst/>
              <a:ahLst/>
              <a:cxnLst/>
              <a:rect r="r" b="b" t="t" l="l"/>
              <a:pathLst>
                <a:path h="1259041" w="1568315">
                  <a:moveTo>
                    <a:pt x="0" y="0"/>
                  </a:moveTo>
                  <a:lnTo>
                    <a:pt x="1568315" y="0"/>
                  </a:lnTo>
                  <a:lnTo>
                    <a:pt x="1568315" y="1259041"/>
                  </a:lnTo>
                  <a:lnTo>
                    <a:pt x="0" y="1259041"/>
                  </a:lnTo>
                  <a:close/>
                </a:path>
              </a:pathLst>
            </a:custGeom>
            <a:blipFill>
              <a:blip r:embed="rId3"/>
              <a:stretch>
                <a:fillRect l="0" t="-60723" r="0" b="-60723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3323694" y="5805564"/>
            <a:ext cx="3660871" cy="1181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32"/>
              </a:lnSpc>
            </a:pPr>
          </a:p>
          <a:p>
            <a:pPr algn="just">
              <a:lnSpc>
                <a:spcPts val="1332"/>
              </a:lnSpc>
            </a:pPr>
            <a:r>
              <a:rPr lang="en-US" sz="95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📚 OMEGA EXERCISE BOOK – INDIGO PRINTER 💙💗</a:t>
            </a:r>
          </a:p>
          <a:p>
            <a:pPr algn="just">
              <a:lnSpc>
                <a:spcPts val="1332"/>
              </a:lnSpc>
            </a:pPr>
            <a:r>
              <a:rPr lang="en-US" sz="95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Ubora wa Tanzania, kwa maandishi bora! 🇹🇿✨</a:t>
            </a:r>
          </a:p>
          <a:p>
            <a:pPr algn="just">
              <a:lnSpc>
                <a:spcPts val="1332"/>
              </a:lnSpc>
            </a:pPr>
            <a:r>
              <a:rPr lang="en-US" sz="95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 📝 Kurasa 100 | Ubora wa hali ya juu | Muonekano wa kisasa</a:t>
            </a:r>
          </a:p>
          <a:p>
            <a:pPr algn="just">
              <a:lnSpc>
                <a:spcPts val="1332"/>
              </a:lnSpc>
            </a:pPr>
            <a:r>
              <a:rPr lang="en-US" sz="95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Inafaa kwa wanafunzi, shule na matumizi ya kila siku.</a:t>
            </a:r>
          </a:p>
          <a:p>
            <a:pPr algn="just">
              <a:lnSpc>
                <a:spcPts val="1332"/>
              </a:lnSpc>
            </a:pPr>
            <a:r>
              <a:rPr lang="en-US" sz="95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OMEGA — Chaguo bora kwa kila mwanafunzi! 📖✨</a:t>
            </a:r>
          </a:p>
          <a:p>
            <a:pPr algn="just">
              <a:lnSpc>
                <a:spcPts val="1332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3277732" y="7858407"/>
            <a:ext cx="3660871" cy="1181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32"/>
              </a:lnSpc>
            </a:pPr>
          </a:p>
          <a:p>
            <a:pPr algn="just">
              <a:lnSpc>
                <a:spcPts val="1332"/>
              </a:lnSpc>
            </a:pPr>
            <a:r>
              <a:rPr lang="en-US" sz="95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📚 OMEGA EXERCISE BOOK – INDIGO PRINTER 💙💗</a:t>
            </a:r>
          </a:p>
          <a:p>
            <a:pPr algn="just">
              <a:lnSpc>
                <a:spcPts val="1332"/>
              </a:lnSpc>
            </a:pPr>
            <a:r>
              <a:rPr lang="en-US" sz="95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Ubora wa Tanzania, kwa maandishi bora! 🇹🇿✨</a:t>
            </a:r>
          </a:p>
          <a:p>
            <a:pPr algn="just">
              <a:lnSpc>
                <a:spcPts val="1332"/>
              </a:lnSpc>
            </a:pPr>
            <a:r>
              <a:rPr lang="en-US" sz="95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 📝 Kurasa 100 | Ubora wa hali ya juu | Muonekano wa kisasa</a:t>
            </a:r>
          </a:p>
          <a:p>
            <a:pPr algn="just">
              <a:lnSpc>
                <a:spcPts val="1332"/>
              </a:lnSpc>
            </a:pPr>
            <a:r>
              <a:rPr lang="en-US" sz="95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Inafaa kwa wanafunzi, shule na matumizi ya kila siku.</a:t>
            </a:r>
          </a:p>
          <a:p>
            <a:pPr algn="just">
              <a:lnSpc>
                <a:spcPts val="1332"/>
              </a:lnSpc>
            </a:pPr>
            <a:r>
              <a:rPr lang="en-US" sz="95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OMEGA — Chaguo bora kwa kila mwanafunzi! 📖✨</a:t>
            </a:r>
          </a:p>
          <a:p>
            <a:pPr algn="just">
              <a:lnSpc>
                <a:spcPts val="133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67313">
            <a:off x="-2625521" y="-1144979"/>
            <a:ext cx="12811043" cy="12981959"/>
          </a:xfrm>
          <a:custGeom>
            <a:avLst/>
            <a:gdLst/>
            <a:ahLst/>
            <a:cxnLst/>
            <a:rect r="r" b="b" t="t" l="l"/>
            <a:pathLst>
              <a:path h="12981959" w="12811043">
                <a:moveTo>
                  <a:pt x="0" y="5135468"/>
                </a:moveTo>
                <a:lnTo>
                  <a:pt x="5548023" y="0"/>
                </a:lnTo>
                <a:lnTo>
                  <a:pt x="12811042" y="7846490"/>
                </a:lnTo>
                <a:lnTo>
                  <a:pt x="7263019" y="12981958"/>
                </a:lnTo>
                <a:lnTo>
                  <a:pt x="0" y="5135468"/>
                </a:lnTo>
                <a:close/>
              </a:path>
            </a:pathLst>
          </a:custGeom>
          <a:blipFill>
            <a:blip r:embed="rId2"/>
            <a:stretch>
              <a:fillRect l="-32646" t="-8688" r="-36465" b="-328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6000" y="3344624"/>
            <a:ext cx="2284316" cy="1833846"/>
            <a:chOff x="0" y="0"/>
            <a:chExt cx="1568315" cy="12590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68315" cy="1259041"/>
            </a:xfrm>
            <a:custGeom>
              <a:avLst/>
              <a:gdLst/>
              <a:ahLst/>
              <a:cxnLst/>
              <a:rect r="r" b="b" t="t" l="l"/>
              <a:pathLst>
                <a:path h="1259041" w="1568315">
                  <a:moveTo>
                    <a:pt x="0" y="0"/>
                  </a:moveTo>
                  <a:lnTo>
                    <a:pt x="1568315" y="0"/>
                  </a:lnTo>
                  <a:lnTo>
                    <a:pt x="1568315" y="1259041"/>
                  </a:lnTo>
                  <a:lnTo>
                    <a:pt x="0" y="1259041"/>
                  </a:lnTo>
                  <a:close/>
                </a:path>
              </a:pathLst>
            </a:custGeom>
            <a:blipFill>
              <a:blip r:embed="rId3"/>
              <a:stretch>
                <a:fillRect l="0" t="-60723" r="0" b="-60723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756000" y="5346000"/>
            <a:ext cx="2284316" cy="1876946"/>
            <a:chOff x="0" y="0"/>
            <a:chExt cx="1822780" cy="14977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2779" cy="1497717"/>
            </a:xfrm>
            <a:custGeom>
              <a:avLst/>
              <a:gdLst/>
              <a:ahLst/>
              <a:cxnLst/>
              <a:rect r="r" b="b" t="t" l="l"/>
              <a:pathLst>
                <a:path h="1497717" w="1822779">
                  <a:moveTo>
                    <a:pt x="0" y="0"/>
                  </a:moveTo>
                  <a:lnTo>
                    <a:pt x="1822779" y="0"/>
                  </a:lnTo>
                  <a:lnTo>
                    <a:pt x="1822779" y="1497717"/>
                  </a:lnTo>
                  <a:lnTo>
                    <a:pt x="0" y="1497717"/>
                  </a:lnTo>
                  <a:close/>
                </a:path>
              </a:pathLst>
            </a:custGeom>
            <a:blipFill>
              <a:blip r:embed="rId4"/>
              <a:stretch>
                <a:fillRect l="-1939" t="-70463" r="-153" b="-50428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>
            <a:off x="756000" y="3344624"/>
            <a:ext cx="6048000" cy="0"/>
          </a:xfrm>
          <a:prstGeom prst="line">
            <a:avLst/>
          </a:prstGeom>
          <a:ln cap="flat" w="9525">
            <a:solidFill>
              <a:srgbClr val="0A030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756000" y="5310859"/>
            <a:ext cx="6048000" cy="0"/>
          </a:xfrm>
          <a:prstGeom prst="line">
            <a:avLst/>
          </a:prstGeom>
          <a:ln cap="flat" w="9525">
            <a:solidFill>
              <a:srgbClr val="0A030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756000" y="7277093"/>
            <a:ext cx="6048000" cy="0"/>
          </a:xfrm>
          <a:prstGeom prst="line">
            <a:avLst/>
          </a:prstGeom>
          <a:ln cap="flat" w="9525">
            <a:solidFill>
              <a:srgbClr val="0A030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756000" y="9243327"/>
            <a:ext cx="6048000" cy="0"/>
          </a:xfrm>
          <a:prstGeom prst="line">
            <a:avLst/>
          </a:prstGeom>
          <a:ln cap="flat" w="9525">
            <a:solidFill>
              <a:srgbClr val="0A030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-543835" y="10497209"/>
            <a:ext cx="8647670" cy="564338"/>
            <a:chOff x="0" y="0"/>
            <a:chExt cx="3099130" cy="20224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99130" cy="202246"/>
            </a:xfrm>
            <a:custGeom>
              <a:avLst/>
              <a:gdLst/>
              <a:ahLst/>
              <a:cxnLst/>
              <a:rect r="r" b="b" t="t" l="l"/>
              <a:pathLst>
                <a:path h="202246" w="3099130">
                  <a:moveTo>
                    <a:pt x="0" y="0"/>
                  </a:moveTo>
                  <a:lnTo>
                    <a:pt x="3099130" y="0"/>
                  </a:lnTo>
                  <a:lnTo>
                    <a:pt x="3099130" y="202246"/>
                  </a:lnTo>
                  <a:lnTo>
                    <a:pt x="0" y="202246"/>
                  </a:lnTo>
                  <a:close/>
                </a:path>
              </a:pathLst>
            </a:custGeom>
            <a:solidFill>
              <a:srgbClr val="0A030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099130" cy="240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82243" y="756000"/>
            <a:ext cx="1556632" cy="1096578"/>
          </a:xfrm>
          <a:custGeom>
            <a:avLst/>
            <a:gdLst/>
            <a:ahLst/>
            <a:cxnLst/>
            <a:rect r="r" b="b" t="t" l="l"/>
            <a:pathLst>
              <a:path h="1096578" w="1556632">
                <a:moveTo>
                  <a:pt x="0" y="0"/>
                </a:moveTo>
                <a:lnTo>
                  <a:pt x="1556633" y="0"/>
                </a:lnTo>
                <a:lnTo>
                  <a:pt x="1556633" y="1096578"/>
                </a:lnTo>
                <a:lnTo>
                  <a:pt x="0" y="10965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552" r="-8662" b="-50698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292168" y="3844771"/>
            <a:ext cx="2986756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2000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100 PAGES  PLAIN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277732" y="7605041"/>
            <a:ext cx="2916222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2000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32 PAGES  DL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00023" y="3776008"/>
            <a:ext cx="946443" cy="27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89"/>
              </a:lnSpc>
            </a:pPr>
            <a:r>
              <a:rPr lang="en-US" b="true" sz="1635">
                <a:solidFill>
                  <a:srgbClr val="11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41,000/-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277732" y="4199407"/>
            <a:ext cx="3706840" cy="954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66"/>
              </a:lnSpc>
            </a:pPr>
          </a:p>
          <a:p>
            <a:pPr algn="just">
              <a:lnSpc>
                <a:spcPts val="1266"/>
              </a:lnSpc>
            </a:pPr>
            <a:r>
              <a:rPr lang="en-US" sz="904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📚 OMEGA EXERCISE BOOK – INDIGO PRINTER 💙💗</a:t>
            </a:r>
          </a:p>
          <a:p>
            <a:pPr algn="just">
              <a:lnSpc>
                <a:spcPts val="1266"/>
              </a:lnSpc>
            </a:pPr>
            <a:r>
              <a:rPr lang="en-US" sz="904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Ubora wa Tanzania, kwa maandishi bora! 🇹🇿✨</a:t>
            </a:r>
          </a:p>
          <a:p>
            <a:pPr algn="just">
              <a:lnSpc>
                <a:spcPts val="1266"/>
              </a:lnSpc>
            </a:pPr>
            <a:r>
              <a:rPr lang="en-US" sz="904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 📝 Kurasa 100 | Ubora wa hali ya juu | Muonekano wa kisasa</a:t>
            </a:r>
          </a:p>
          <a:p>
            <a:pPr algn="just">
              <a:lnSpc>
                <a:spcPts val="1266"/>
              </a:lnSpc>
            </a:pPr>
            <a:r>
              <a:rPr lang="en-US" sz="904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Inafaa kwa wanafunzi, shule na matumizi ya kila siku.</a:t>
            </a:r>
          </a:p>
          <a:p>
            <a:pPr algn="just">
              <a:lnSpc>
                <a:spcPts val="1266"/>
              </a:lnSpc>
              <a:spcBef>
                <a:spcPct val="0"/>
              </a:spcBef>
            </a:pPr>
            <a:r>
              <a:rPr lang="en-US" sz="904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OMEGA — Chaguo bora kwa kila mwanafunzi! 📖✨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277732" y="5983179"/>
            <a:ext cx="3770824" cy="1105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📚 OMEGA EXERCISE BOOK – INDIGO PRINTER 💛💙</a:t>
            </a:r>
          </a:p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Ubora wa hali ya juu kwa kila mwanafunzi! ✨</a:t>
            </a:r>
          </a:p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 📝 Kurasa 80 | Imara | Nadhifu | Rahisi kutumia</a:t>
            </a:r>
          </a:p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Inafaa kwa shule, wanafunzi na matumizi ya kila siku.</a:t>
            </a:r>
          </a:p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 🇹🇿 OMEGA — Ubora unaoaminika, maandishi </a:t>
            </a:r>
          </a:p>
          <a:p>
            <a:pPr algn="just">
              <a:lnSpc>
                <a:spcPts val="1444"/>
              </a:lnSpc>
              <a:spcBef>
                <a:spcPct val="0"/>
              </a:spcBef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bora kila siku!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81740" y="1111986"/>
            <a:ext cx="4564726" cy="74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4"/>
              </a:lnSpc>
            </a:pPr>
            <a:r>
              <a:rPr lang="en-US" sz="5376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OMEGA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29757" y="9866361"/>
            <a:ext cx="1740852" cy="12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"/>
              </a:lnSpc>
            </a:pPr>
            <a:r>
              <a:rPr lang="en-US" sz="819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indigoprinter06423@gmail.com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040316" y="9866361"/>
            <a:ext cx="1587771" cy="12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3"/>
              </a:lnSpc>
            </a:pPr>
            <a:r>
              <a:rPr lang="en-US" sz="819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P.O.Box10424 Dar es salaam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778389" y="9866361"/>
            <a:ext cx="1025611" cy="236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93"/>
              </a:lnSpc>
            </a:pPr>
            <a:r>
              <a:rPr lang="en-US" sz="819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+255 715 268 391  </a:t>
            </a:r>
          </a:p>
          <a:p>
            <a:pPr algn="r">
              <a:lnSpc>
                <a:spcPts val="893"/>
              </a:lnSpc>
            </a:pPr>
            <a:r>
              <a:rPr lang="en-US" sz="819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+255 699 032 777</a:t>
            </a:r>
            <a:r>
              <a:rPr lang="en-US" sz="819">
                <a:solidFill>
                  <a:srgbClr val="110F0D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2243" y="2209214"/>
            <a:ext cx="5282901" cy="735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7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OMEGA – Ubora Unaouaminiwa. ✨</a:t>
            </a:r>
          </a:p>
          <a:p>
            <a:pPr algn="l">
              <a:lnSpc>
                <a:spcPts val="1437"/>
              </a:lnSpc>
            </a:pPr>
            <a:r>
              <a:rPr lang="en-US" sz="1027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 Tunatoa Counter Books zenye ubora wa hali ya juu, zinazofaa kwa shule, ofisi na biashara. 📚</a:t>
            </a:r>
          </a:p>
          <a:p>
            <a:pPr algn="l">
              <a:lnSpc>
                <a:spcPts val="1437"/>
              </a:lnSpc>
              <a:spcBef>
                <a:spcPct val="0"/>
              </a:spcBef>
            </a:pPr>
            <a:r>
              <a:rPr lang="en-US" sz="1027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OMEGA — Chaguo bora kwa maandishi bora.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277732" y="5605989"/>
            <a:ext cx="2622290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2000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80 PAGES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900023" y="5539314"/>
            <a:ext cx="946443" cy="27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89"/>
              </a:lnSpc>
            </a:pPr>
            <a:r>
              <a:rPr lang="en-US" b="true" sz="1635">
                <a:solidFill>
                  <a:srgbClr val="11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42,000/-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900023" y="7538366"/>
            <a:ext cx="946443" cy="27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89"/>
              </a:lnSpc>
            </a:pPr>
            <a:r>
              <a:rPr lang="en-US" b="true" sz="1635">
                <a:solidFill>
                  <a:srgbClr val="11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32,000/-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277732" y="8115582"/>
            <a:ext cx="3632718" cy="92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📚 OMEGA EXERCISE BOOK – SINGLE LINE 🐘</a:t>
            </a:r>
          </a:p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andishi safi, ubora bora! ✨</a:t>
            </a:r>
          </a:p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📝 Kurasa 32 | Single Line | Imara na rahisi kutumia</a:t>
            </a:r>
          </a:p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Inafaa kwa wanafunzi, shule na matumizi ya kila siku.</a:t>
            </a:r>
          </a:p>
          <a:p>
            <a:pPr algn="just">
              <a:lnSpc>
                <a:spcPts val="1444"/>
              </a:lnSpc>
              <a:spcBef>
                <a:spcPct val="0"/>
              </a:spcBef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🇹🇿 OMEGA — Knowledge Builds a Better Future. 📖✨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756000" y="7329480"/>
            <a:ext cx="2284316" cy="1876946"/>
            <a:chOff x="0" y="0"/>
            <a:chExt cx="1822780" cy="149771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22779" cy="1497717"/>
            </a:xfrm>
            <a:custGeom>
              <a:avLst/>
              <a:gdLst/>
              <a:ahLst/>
              <a:cxnLst/>
              <a:rect r="r" b="b" t="t" l="l"/>
              <a:pathLst>
                <a:path h="1497717" w="1822779">
                  <a:moveTo>
                    <a:pt x="0" y="0"/>
                  </a:moveTo>
                  <a:lnTo>
                    <a:pt x="1822779" y="0"/>
                  </a:lnTo>
                  <a:lnTo>
                    <a:pt x="1822779" y="1497717"/>
                  </a:lnTo>
                  <a:lnTo>
                    <a:pt x="0" y="1497717"/>
                  </a:lnTo>
                  <a:close/>
                </a:path>
              </a:pathLst>
            </a:custGeom>
            <a:blipFill>
              <a:blip r:embed="rId6"/>
              <a:stretch>
                <a:fillRect l="0" t="-62647" r="0" b="-53714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67313">
            <a:off x="-2625521" y="-1144979"/>
            <a:ext cx="12811043" cy="12981959"/>
          </a:xfrm>
          <a:custGeom>
            <a:avLst/>
            <a:gdLst/>
            <a:ahLst/>
            <a:cxnLst/>
            <a:rect r="r" b="b" t="t" l="l"/>
            <a:pathLst>
              <a:path h="12981959" w="12811043">
                <a:moveTo>
                  <a:pt x="0" y="5135468"/>
                </a:moveTo>
                <a:lnTo>
                  <a:pt x="5548023" y="0"/>
                </a:lnTo>
                <a:lnTo>
                  <a:pt x="12811042" y="7846490"/>
                </a:lnTo>
                <a:lnTo>
                  <a:pt x="7263019" y="12981958"/>
                </a:lnTo>
                <a:lnTo>
                  <a:pt x="0" y="5135468"/>
                </a:lnTo>
                <a:close/>
              </a:path>
            </a:pathLst>
          </a:custGeom>
          <a:blipFill>
            <a:blip r:embed="rId2"/>
            <a:stretch>
              <a:fillRect l="-32646" t="-8688" r="-36465" b="-328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34366" y="5312403"/>
            <a:ext cx="2205950" cy="1770933"/>
            <a:chOff x="0" y="0"/>
            <a:chExt cx="1568315" cy="12590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68315" cy="1259041"/>
            </a:xfrm>
            <a:custGeom>
              <a:avLst/>
              <a:gdLst/>
              <a:ahLst/>
              <a:cxnLst/>
              <a:rect r="r" b="b" t="t" l="l"/>
              <a:pathLst>
                <a:path h="1259041" w="1568315">
                  <a:moveTo>
                    <a:pt x="0" y="0"/>
                  </a:moveTo>
                  <a:lnTo>
                    <a:pt x="1568315" y="0"/>
                  </a:lnTo>
                  <a:lnTo>
                    <a:pt x="1568315" y="1259041"/>
                  </a:lnTo>
                  <a:lnTo>
                    <a:pt x="0" y="1259041"/>
                  </a:lnTo>
                  <a:close/>
                </a:path>
              </a:pathLst>
            </a:custGeom>
            <a:blipFill>
              <a:blip r:embed="rId3"/>
              <a:stretch>
                <a:fillRect l="-11063" t="-87184" r="-17045" b="-9651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82243" y="3344624"/>
            <a:ext cx="2358073" cy="1893057"/>
            <a:chOff x="0" y="0"/>
            <a:chExt cx="1568315" cy="12590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68315" cy="1259041"/>
            </a:xfrm>
            <a:custGeom>
              <a:avLst/>
              <a:gdLst/>
              <a:ahLst/>
              <a:cxnLst/>
              <a:rect r="r" b="b" t="t" l="l"/>
              <a:pathLst>
                <a:path h="1259041" w="1568315">
                  <a:moveTo>
                    <a:pt x="0" y="0"/>
                  </a:moveTo>
                  <a:lnTo>
                    <a:pt x="1568315" y="0"/>
                  </a:lnTo>
                  <a:lnTo>
                    <a:pt x="1568315" y="1259041"/>
                  </a:lnTo>
                  <a:lnTo>
                    <a:pt x="0" y="1259041"/>
                  </a:lnTo>
                  <a:close/>
                </a:path>
              </a:pathLst>
            </a:custGeom>
            <a:blipFill>
              <a:blip r:embed="rId4"/>
              <a:stretch>
                <a:fillRect l="-11563" t="-80174" r="-6862" b="-82076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>
            <a:off x="756000" y="3344624"/>
            <a:ext cx="6048000" cy="0"/>
          </a:xfrm>
          <a:prstGeom prst="line">
            <a:avLst/>
          </a:prstGeom>
          <a:ln cap="flat" w="9525">
            <a:solidFill>
              <a:srgbClr val="0A030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756000" y="5310859"/>
            <a:ext cx="6048000" cy="0"/>
          </a:xfrm>
          <a:prstGeom prst="line">
            <a:avLst/>
          </a:prstGeom>
          <a:ln cap="flat" w="9525">
            <a:solidFill>
              <a:srgbClr val="0A030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756000" y="7277093"/>
            <a:ext cx="6048000" cy="0"/>
          </a:xfrm>
          <a:prstGeom prst="line">
            <a:avLst/>
          </a:prstGeom>
          <a:ln cap="flat" w="9525">
            <a:solidFill>
              <a:srgbClr val="0A030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756000" y="9243327"/>
            <a:ext cx="6048000" cy="0"/>
          </a:xfrm>
          <a:prstGeom prst="line">
            <a:avLst/>
          </a:prstGeom>
          <a:ln cap="flat" w="9525">
            <a:solidFill>
              <a:srgbClr val="0A030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-543835" y="10497209"/>
            <a:ext cx="8647670" cy="564338"/>
            <a:chOff x="0" y="0"/>
            <a:chExt cx="3099130" cy="20224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99130" cy="202246"/>
            </a:xfrm>
            <a:custGeom>
              <a:avLst/>
              <a:gdLst/>
              <a:ahLst/>
              <a:cxnLst/>
              <a:rect r="r" b="b" t="t" l="l"/>
              <a:pathLst>
                <a:path h="202246" w="3099130">
                  <a:moveTo>
                    <a:pt x="0" y="0"/>
                  </a:moveTo>
                  <a:lnTo>
                    <a:pt x="3099130" y="0"/>
                  </a:lnTo>
                  <a:lnTo>
                    <a:pt x="3099130" y="202246"/>
                  </a:lnTo>
                  <a:lnTo>
                    <a:pt x="0" y="202246"/>
                  </a:lnTo>
                  <a:close/>
                </a:path>
              </a:pathLst>
            </a:custGeom>
            <a:solidFill>
              <a:srgbClr val="0A030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099130" cy="240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82243" y="756000"/>
            <a:ext cx="1556632" cy="1096578"/>
          </a:xfrm>
          <a:custGeom>
            <a:avLst/>
            <a:gdLst/>
            <a:ahLst/>
            <a:cxnLst/>
            <a:rect r="r" b="b" t="t" l="l"/>
            <a:pathLst>
              <a:path h="1096578" w="1556632">
                <a:moveTo>
                  <a:pt x="0" y="0"/>
                </a:moveTo>
                <a:lnTo>
                  <a:pt x="1556633" y="0"/>
                </a:lnTo>
                <a:lnTo>
                  <a:pt x="1556633" y="1096578"/>
                </a:lnTo>
                <a:lnTo>
                  <a:pt x="0" y="10965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552" r="-8662" b="-50698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242465" y="3713664"/>
            <a:ext cx="2986756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2000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200 PAGES  SL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277732" y="7605041"/>
            <a:ext cx="2916222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2000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200 PAGES  SQ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00023" y="3684716"/>
            <a:ext cx="946443" cy="27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89"/>
              </a:lnSpc>
            </a:pPr>
            <a:r>
              <a:rPr lang="en-US" b="true" sz="1635">
                <a:solidFill>
                  <a:srgbClr val="11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68,000/-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047800" y="4195630"/>
            <a:ext cx="3651539" cy="993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07"/>
              </a:lnSpc>
            </a:pPr>
            <a:r>
              <a:rPr lang="en-US" sz="933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📚 OMEGA EXERCISE BOOK – INDIGO PRINTER 💙❤️</a:t>
            </a:r>
          </a:p>
          <a:p>
            <a:pPr algn="just">
              <a:lnSpc>
                <a:spcPts val="1307"/>
              </a:lnSpc>
            </a:pPr>
            <a:r>
              <a:rPr lang="en-US" sz="933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Ubora wa hali ya juu kwa kila mwanafunzi! ✨</a:t>
            </a:r>
          </a:p>
          <a:p>
            <a:pPr algn="just">
              <a:lnSpc>
                <a:spcPts val="1307"/>
              </a:lnSpc>
            </a:pPr>
            <a:r>
              <a:rPr lang="en-US" sz="933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 📝 Kurasa 200 | Muundo wa kisasa | Imara na rahisi kutumia</a:t>
            </a:r>
          </a:p>
          <a:p>
            <a:pPr algn="just">
              <a:lnSpc>
                <a:spcPts val="1307"/>
              </a:lnSpc>
            </a:pPr>
            <a:r>
              <a:rPr lang="en-US" sz="933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Inafaa kwa shule, wanafunzi na matumizi ya kila siku.</a:t>
            </a:r>
          </a:p>
          <a:p>
            <a:pPr algn="just">
              <a:lnSpc>
                <a:spcPts val="1307"/>
              </a:lnSpc>
            </a:pPr>
            <a:r>
              <a:rPr lang="en-US" sz="933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 🇹🇿 OMEGA — Ubora unaoaminika, kwa maandishi bora! 📖✨</a:t>
            </a:r>
          </a:p>
          <a:p>
            <a:pPr algn="just">
              <a:lnSpc>
                <a:spcPts val="1307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3040316" y="6073667"/>
            <a:ext cx="3940002" cy="97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94"/>
              </a:lnSpc>
            </a:pPr>
            <a:r>
              <a:rPr lang="en-US" sz="924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📚 OMEGA EXERCISE BOOK – INDIGO PRINTER 💙❤️</a:t>
            </a:r>
          </a:p>
          <a:p>
            <a:pPr algn="just">
              <a:lnSpc>
                <a:spcPts val="1294"/>
              </a:lnSpc>
            </a:pPr>
            <a:r>
              <a:rPr lang="en-US" sz="924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Ubora wa hali ya juu kwa kila mwanafunzi! ✨</a:t>
            </a:r>
          </a:p>
          <a:p>
            <a:pPr algn="just">
              <a:lnSpc>
                <a:spcPts val="1294"/>
              </a:lnSpc>
            </a:pPr>
            <a:r>
              <a:rPr lang="en-US" sz="924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 📝 Kurasa 200 | Muundo wa kisasa | Imara na rahisi kutumia</a:t>
            </a:r>
          </a:p>
          <a:p>
            <a:pPr algn="just">
              <a:lnSpc>
                <a:spcPts val="1294"/>
              </a:lnSpc>
            </a:pPr>
            <a:r>
              <a:rPr lang="en-US" sz="924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Inafaa kwa shule, wanafunzi na matumizi ya kila siku.</a:t>
            </a:r>
          </a:p>
          <a:p>
            <a:pPr algn="just">
              <a:lnSpc>
                <a:spcPts val="1294"/>
              </a:lnSpc>
            </a:pPr>
            <a:r>
              <a:rPr lang="en-US" sz="924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 🇹🇿 OMEGA — Ubora unaoaminika, kwa maandishi bora! 📖✨</a:t>
            </a:r>
          </a:p>
          <a:p>
            <a:pPr algn="just">
              <a:lnSpc>
                <a:spcPts val="1294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2281740" y="1111986"/>
            <a:ext cx="4564726" cy="74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4"/>
              </a:lnSpc>
            </a:pPr>
            <a:r>
              <a:rPr lang="en-US" sz="5376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OMEGA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29757" y="9866361"/>
            <a:ext cx="1740852" cy="12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"/>
              </a:lnSpc>
            </a:pPr>
            <a:r>
              <a:rPr lang="en-US" sz="819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indigoprinter06423@gmail.com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040316" y="9866361"/>
            <a:ext cx="1587771" cy="12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3"/>
              </a:lnSpc>
            </a:pPr>
            <a:r>
              <a:rPr lang="en-US" sz="819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P.O.Box10424 Dar es salaam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778389" y="9866361"/>
            <a:ext cx="1025611" cy="236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93"/>
              </a:lnSpc>
            </a:pPr>
            <a:r>
              <a:rPr lang="en-US" sz="819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+255 715 268 391  </a:t>
            </a:r>
          </a:p>
          <a:p>
            <a:pPr algn="r">
              <a:lnSpc>
                <a:spcPts val="893"/>
              </a:lnSpc>
            </a:pPr>
            <a:r>
              <a:rPr lang="en-US" sz="819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+255 699 032 777</a:t>
            </a:r>
            <a:r>
              <a:rPr lang="en-US" sz="819">
                <a:solidFill>
                  <a:srgbClr val="110F0D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2243" y="2209214"/>
            <a:ext cx="5282901" cy="735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7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OMEGA – Ubora Unaouaminiwa. ✨</a:t>
            </a:r>
          </a:p>
          <a:p>
            <a:pPr algn="l">
              <a:lnSpc>
                <a:spcPts val="1437"/>
              </a:lnSpc>
            </a:pPr>
            <a:r>
              <a:rPr lang="en-US" sz="1027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 Tunatoa Counter Books zenye ubora wa hali ya juu, zinazofaa kwa shule, ofisi na biashara. 📚</a:t>
            </a:r>
          </a:p>
          <a:p>
            <a:pPr algn="l">
              <a:lnSpc>
                <a:spcPts val="1437"/>
              </a:lnSpc>
              <a:spcBef>
                <a:spcPct val="0"/>
              </a:spcBef>
            </a:pPr>
            <a:r>
              <a:rPr lang="en-US" sz="1027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OMEGA — Chaguo bora kwa maandishi bora.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277732" y="5605989"/>
            <a:ext cx="2622290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2000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200 PAGES  DL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900023" y="5539314"/>
            <a:ext cx="946443" cy="27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89"/>
              </a:lnSpc>
            </a:pPr>
            <a:r>
              <a:rPr lang="en-US" b="true" sz="1635">
                <a:solidFill>
                  <a:srgbClr val="11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68,000/-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900023" y="7538366"/>
            <a:ext cx="946443" cy="27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89"/>
              </a:lnSpc>
            </a:pPr>
            <a:r>
              <a:rPr lang="en-US" b="true" sz="1635">
                <a:solidFill>
                  <a:srgbClr val="11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68,000/-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34366" y="7311416"/>
            <a:ext cx="2205950" cy="1770933"/>
            <a:chOff x="0" y="0"/>
            <a:chExt cx="1568315" cy="125904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68315" cy="1259041"/>
            </a:xfrm>
            <a:custGeom>
              <a:avLst/>
              <a:gdLst/>
              <a:ahLst/>
              <a:cxnLst/>
              <a:rect r="r" b="b" t="t" l="l"/>
              <a:pathLst>
                <a:path h="1259041" w="1568315">
                  <a:moveTo>
                    <a:pt x="0" y="0"/>
                  </a:moveTo>
                  <a:lnTo>
                    <a:pt x="1568315" y="0"/>
                  </a:lnTo>
                  <a:lnTo>
                    <a:pt x="1568315" y="1259041"/>
                  </a:lnTo>
                  <a:lnTo>
                    <a:pt x="0" y="1259041"/>
                  </a:lnTo>
                  <a:close/>
                </a:path>
              </a:pathLst>
            </a:custGeom>
            <a:blipFill>
              <a:blip r:embed="rId6"/>
              <a:stretch>
                <a:fillRect l="-4152" t="-93325" r="-20403" b="-82501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3047800" y="8087007"/>
            <a:ext cx="3651539" cy="993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07"/>
              </a:lnSpc>
            </a:pPr>
            <a:r>
              <a:rPr lang="en-US" sz="933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📚 OMEGA EXERCISE BOOK – INDIGO PRINTER 💙❤️</a:t>
            </a:r>
          </a:p>
          <a:p>
            <a:pPr algn="just">
              <a:lnSpc>
                <a:spcPts val="1307"/>
              </a:lnSpc>
            </a:pPr>
            <a:r>
              <a:rPr lang="en-US" sz="933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Ubora wa hali ya juu kwa kila mwanafunzi! ✨</a:t>
            </a:r>
          </a:p>
          <a:p>
            <a:pPr algn="just">
              <a:lnSpc>
                <a:spcPts val="1307"/>
              </a:lnSpc>
            </a:pPr>
            <a:r>
              <a:rPr lang="en-US" sz="933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 📝 Kurasa 200 | Muundo wa kisasa | Imara na rahisi kutumia</a:t>
            </a:r>
          </a:p>
          <a:p>
            <a:pPr algn="just">
              <a:lnSpc>
                <a:spcPts val="1307"/>
              </a:lnSpc>
            </a:pPr>
            <a:r>
              <a:rPr lang="en-US" sz="933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Inafaa kwa shule, wanafunzi na matumizi ya kila siku.</a:t>
            </a:r>
          </a:p>
          <a:p>
            <a:pPr algn="just">
              <a:lnSpc>
                <a:spcPts val="1307"/>
              </a:lnSpc>
            </a:pPr>
            <a:r>
              <a:rPr lang="en-US" sz="933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 🇹🇿 OMEGA — Ubora unaoaminika, kwa maandishi bora! 📖✨</a:t>
            </a:r>
          </a:p>
          <a:p>
            <a:pPr algn="just">
              <a:lnSpc>
                <a:spcPts val="130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67313">
            <a:off x="-2625521" y="-1144979"/>
            <a:ext cx="12811043" cy="12981959"/>
          </a:xfrm>
          <a:custGeom>
            <a:avLst/>
            <a:gdLst/>
            <a:ahLst/>
            <a:cxnLst/>
            <a:rect r="r" b="b" t="t" l="l"/>
            <a:pathLst>
              <a:path h="12981959" w="12811043">
                <a:moveTo>
                  <a:pt x="0" y="5135468"/>
                </a:moveTo>
                <a:lnTo>
                  <a:pt x="5548023" y="0"/>
                </a:lnTo>
                <a:lnTo>
                  <a:pt x="12811042" y="7846490"/>
                </a:lnTo>
                <a:lnTo>
                  <a:pt x="7263019" y="12981958"/>
                </a:lnTo>
                <a:lnTo>
                  <a:pt x="0" y="5135468"/>
                </a:lnTo>
                <a:close/>
              </a:path>
            </a:pathLst>
          </a:custGeom>
          <a:blipFill>
            <a:blip r:embed="rId2"/>
            <a:stretch>
              <a:fillRect l="-32646" t="-8688" r="-36465" b="-328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34366" y="5312403"/>
            <a:ext cx="2093283" cy="1964689"/>
            <a:chOff x="0" y="0"/>
            <a:chExt cx="1568315" cy="14719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68315" cy="1471971"/>
            </a:xfrm>
            <a:custGeom>
              <a:avLst/>
              <a:gdLst/>
              <a:ahLst/>
              <a:cxnLst/>
              <a:rect r="r" b="b" t="t" l="l"/>
              <a:pathLst>
                <a:path h="1471971" w="1568315">
                  <a:moveTo>
                    <a:pt x="0" y="0"/>
                  </a:moveTo>
                  <a:lnTo>
                    <a:pt x="1568315" y="0"/>
                  </a:lnTo>
                  <a:lnTo>
                    <a:pt x="1568315" y="1471971"/>
                  </a:lnTo>
                  <a:lnTo>
                    <a:pt x="0" y="1471971"/>
                  </a:lnTo>
                  <a:close/>
                </a:path>
              </a:pathLst>
            </a:custGeom>
            <a:blipFill>
              <a:blip r:embed="rId3"/>
              <a:stretch>
                <a:fillRect l="0" t="-44706" r="0" b="-44706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82243" y="3344624"/>
            <a:ext cx="2245405" cy="1802608"/>
            <a:chOff x="0" y="0"/>
            <a:chExt cx="1568315" cy="12590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68315" cy="1259041"/>
            </a:xfrm>
            <a:custGeom>
              <a:avLst/>
              <a:gdLst/>
              <a:ahLst/>
              <a:cxnLst/>
              <a:rect r="r" b="b" t="t" l="l"/>
              <a:pathLst>
                <a:path h="1259041" w="1568315">
                  <a:moveTo>
                    <a:pt x="0" y="0"/>
                  </a:moveTo>
                  <a:lnTo>
                    <a:pt x="1568315" y="0"/>
                  </a:lnTo>
                  <a:lnTo>
                    <a:pt x="1568315" y="1259041"/>
                  </a:lnTo>
                  <a:lnTo>
                    <a:pt x="0" y="1259041"/>
                  </a:lnTo>
                  <a:close/>
                </a:path>
              </a:pathLst>
            </a:custGeom>
            <a:blipFill>
              <a:blip r:embed="rId4"/>
              <a:stretch>
                <a:fillRect l="-15195" t="-103395" r="-16937" b="-89209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47034" y="7277093"/>
            <a:ext cx="2093283" cy="1680484"/>
            <a:chOff x="0" y="0"/>
            <a:chExt cx="1568315" cy="12590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68315" cy="1259041"/>
            </a:xfrm>
            <a:custGeom>
              <a:avLst/>
              <a:gdLst/>
              <a:ahLst/>
              <a:cxnLst/>
              <a:rect r="r" b="b" t="t" l="l"/>
              <a:pathLst>
                <a:path h="1259041" w="1568315">
                  <a:moveTo>
                    <a:pt x="0" y="0"/>
                  </a:moveTo>
                  <a:lnTo>
                    <a:pt x="1568315" y="0"/>
                  </a:lnTo>
                  <a:lnTo>
                    <a:pt x="1568315" y="1259041"/>
                  </a:lnTo>
                  <a:lnTo>
                    <a:pt x="0" y="1259041"/>
                  </a:lnTo>
                  <a:close/>
                </a:path>
              </a:pathLst>
            </a:custGeom>
            <a:blipFill>
              <a:blip r:embed="rId5"/>
              <a:stretch>
                <a:fillRect l="0" t="-6917" r="0" b="-6917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>
            <a:off x="756000" y="3344624"/>
            <a:ext cx="6048000" cy="0"/>
          </a:xfrm>
          <a:prstGeom prst="line">
            <a:avLst/>
          </a:prstGeom>
          <a:ln cap="flat" w="9525">
            <a:solidFill>
              <a:srgbClr val="0A030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756000" y="5310859"/>
            <a:ext cx="6048000" cy="0"/>
          </a:xfrm>
          <a:prstGeom prst="line">
            <a:avLst/>
          </a:prstGeom>
          <a:ln cap="flat" w="9525">
            <a:solidFill>
              <a:srgbClr val="0A030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756000" y="7277093"/>
            <a:ext cx="6048000" cy="0"/>
          </a:xfrm>
          <a:prstGeom prst="line">
            <a:avLst/>
          </a:prstGeom>
          <a:ln cap="flat" w="9525">
            <a:solidFill>
              <a:srgbClr val="0A030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756000" y="9243327"/>
            <a:ext cx="6048000" cy="0"/>
          </a:xfrm>
          <a:prstGeom prst="line">
            <a:avLst/>
          </a:prstGeom>
          <a:ln cap="flat" w="9525">
            <a:solidFill>
              <a:srgbClr val="0A030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-543835" y="10497209"/>
            <a:ext cx="8647670" cy="564338"/>
            <a:chOff x="0" y="0"/>
            <a:chExt cx="3099130" cy="2022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99130" cy="202246"/>
            </a:xfrm>
            <a:custGeom>
              <a:avLst/>
              <a:gdLst/>
              <a:ahLst/>
              <a:cxnLst/>
              <a:rect r="r" b="b" t="t" l="l"/>
              <a:pathLst>
                <a:path h="202246" w="3099130">
                  <a:moveTo>
                    <a:pt x="0" y="0"/>
                  </a:moveTo>
                  <a:lnTo>
                    <a:pt x="3099130" y="0"/>
                  </a:lnTo>
                  <a:lnTo>
                    <a:pt x="3099130" y="202246"/>
                  </a:lnTo>
                  <a:lnTo>
                    <a:pt x="0" y="202246"/>
                  </a:lnTo>
                  <a:close/>
                </a:path>
              </a:pathLst>
            </a:custGeom>
            <a:solidFill>
              <a:srgbClr val="0A030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099130" cy="240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682243" y="756000"/>
            <a:ext cx="1556632" cy="1096578"/>
          </a:xfrm>
          <a:custGeom>
            <a:avLst/>
            <a:gdLst/>
            <a:ahLst/>
            <a:cxnLst/>
            <a:rect r="r" b="b" t="t" l="l"/>
            <a:pathLst>
              <a:path h="1096578" w="1556632">
                <a:moveTo>
                  <a:pt x="0" y="0"/>
                </a:moveTo>
                <a:lnTo>
                  <a:pt x="1556633" y="0"/>
                </a:lnTo>
                <a:lnTo>
                  <a:pt x="1556633" y="1096578"/>
                </a:lnTo>
                <a:lnTo>
                  <a:pt x="0" y="10965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552" r="-8662" b="-50698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292168" y="3844771"/>
            <a:ext cx="2986756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2000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SHORTHAND NOTE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277732" y="7605041"/>
            <a:ext cx="2916222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2000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BAHASHA   A4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778389" y="3776008"/>
            <a:ext cx="1068077" cy="27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89"/>
              </a:lnSpc>
            </a:pPr>
            <a:r>
              <a:rPr lang="en-US" b="true" sz="1635">
                <a:solidFill>
                  <a:srgbClr val="11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110,000/-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77732" y="4196868"/>
            <a:ext cx="3392878" cy="954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66"/>
              </a:lnSpc>
            </a:pPr>
            <a:r>
              <a:rPr lang="en-US" sz="904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📚 OMEGA SHORTHAND NOTE BOOK 📚</a:t>
            </a:r>
          </a:p>
          <a:p>
            <a:pPr algn="just">
              <a:lnSpc>
                <a:spcPts val="1266"/>
              </a:lnSpc>
            </a:pPr>
            <a:r>
              <a:rPr lang="en-US" sz="904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✨ Ubora wa hali ya juu kwa matumizi ya kila siku!</a:t>
            </a:r>
          </a:p>
          <a:p>
            <a:pPr algn="just">
              <a:lnSpc>
                <a:spcPts val="1266"/>
              </a:lnSpc>
            </a:pPr>
            <a:r>
              <a:rPr lang="en-US" sz="904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Inafaa kwa kuandika shorthand, maelezo na kumbukumbu zako kwa mpangilio. 📝</a:t>
            </a:r>
          </a:p>
          <a:p>
            <a:pPr algn="just">
              <a:lnSpc>
                <a:spcPts val="1266"/>
              </a:lnSpc>
            </a:pPr>
            <a:r>
              <a:rPr lang="en-US" sz="904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📖 70 Sheets | 120×200mm</a:t>
            </a:r>
          </a:p>
          <a:p>
            <a:pPr algn="just">
              <a:lnSpc>
                <a:spcPts val="1266"/>
              </a:lnSpc>
              <a:spcBef>
                <a:spcPct val="0"/>
              </a:spcBef>
            </a:pPr>
            <a:r>
              <a:rPr lang="en-US" sz="904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📦 STOCK AVAILABLE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213748" y="6078429"/>
            <a:ext cx="3590252" cy="1105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📦 OMEGA BAHASHA 📦</a:t>
            </a:r>
          </a:p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✨ Ubora wa hali ya juu kwa matumizi mbalimbali!</a:t>
            </a:r>
          </a:p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Inafaa kwa kuhifadhi, kufungasha na kulinda nyaraka zako kwa mpangilio na usalama. 📄</a:t>
            </a:r>
          </a:p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📏 Size A3</a:t>
            </a:r>
          </a:p>
          <a:p>
            <a:pPr algn="just">
              <a:lnSpc>
                <a:spcPts val="1444"/>
              </a:lnSpc>
              <a:spcBef>
                <a:spcPct val="0"/>
              </a:spcBef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📦 STOCK AVAILABLE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81740" y="1111986"/>
            <a:ext cx="4564726" cy="74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4"/>
              </a:lnSpc>
            </a:pPr>
            <a:r>
              <a:rPr lang="en-US" sz="5376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OMEGA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29757" y="9866361"/>
            <a:ext cx="1740852" cy="12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"/>
              </a:lnSpc>
            </a:pPr>
            <a:r>
              <a:rPr lang="en-US" sz="819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indigoprinter06423@gmail.com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040316" y="9866361"/>
            <a:ext cx="1587771" cy="12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3"/>
              </a:lnSpc>
            </a:pPr>
            <a:r>
              <a:rPr lang="en-US" sz="819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P.O.Box10424 Dar es salaam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778389" y="9866361"/>
            <a:ext cx="1025611" cy="236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93"/>
              </a:lnSpc>
            </a:pPr>
            <a:r>
              <a:rPr lang="en-US" sz="819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+255 715 268 391  </a:t>
            </a:r>
          </a:p>
          <a:p>
            <a:pPr algn="r">
              <a:lnSpc>
                <a:spcPts val="893"/>
              </a:lnSpc>
            </a:pPr>
            <a:r>
              <a:rPr lang="en-US" sz="819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+255 699 032 777</a:t>
            </a:r>
            <a:r>
              <a:rPr lang="en-US" sz="819">
                <a:solidFill>
                  <a:srgbClr val="110F0D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2243" y="2209214"/>
            <a:ext cx="5282901" cy="735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7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OMEGA – Ubora Unaouaminiwa. ✨</a:t>
            </a:r>
          </a:p>
          <a:p>
            <a:pPr algn="l">
              <a:lnSpc>
                <a:spcPts val="1437"/>
              </a:lnSpc>
            </a:pPr>
            <a:r>
              <a:rPr lang="en-US" sz="1027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 Tunatoa Counter Books zenye ubora wa hali ya juu, zinazofaa kwa shule, ofisi na biashara. 📚</a:t>
            </a:r>
          </a:p>
          <a:p>
            <a:pPr algn="l">
              <a:lnSpc>
                <a:spcPts val="1437"/>
              </a:lnSpc>
              <a:spcBef>
                <a:spcPct val="0"/>
              </a:spcBef>
            </a:pPr>
            <a:r>
              <a:rPr lang="en-US" sz="1027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OMEGA — Chaguo bora kwa maandishi bora.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277732" y="5605989"/>
            <a:ext cx="2622290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2000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BAHASHA  A3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900023" y="5539314"/>
            <a:ext cx="946443" cy="27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89"/>
              </a:lnSpc>
            </a:pPr>
            <a:r>
              <a:rPr lang="en-US" b="true" sz="1635">
                <a:solidFill>
                  <a:srgbClr val="11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52,000/-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900023" y="7538366"/>
            <a:ext cx="946443" cy="27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89"/>
              </a:lnSpc>
            </a:pPr>
            <a:r>
              <a:rPr lang="en-US" b="true" sz="1635">
                <a:solidFill>
                  <a:srgbClr val="11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28,000/-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277732" y="7982232"/>
            <a:ext cx="3319643" cy="1105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📦 OMEGA BAHASHA 📦</a:t>
            </a:r>
          </a:p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✨ Ubora wa hali ya juu kwa matumizi mbalimbali!</a:t>
            </a:r>
          </a:p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Inafaa kwa kuhifadhi, kufungasha na kulinda nyaraka zako kwa mpangilio na usalama. 📄</a:t>
            </a:r>
          </a:p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📏 Size A4</a:t>
            </a:r>
          </a:p>
          <a:p>
            <a:pPr algn="just">
              <a:lnSpc>
                <a:spcPts val="1444"/>
              </a:lnSpc>
              <a:spcBef>
                <a:spcPct val="0"/>
              </a:spcBef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📦 STOCK AVAILABLE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67313">
            <a:off x="-2625521" y="-1144979"/>
            <a:ext cx="12811043" cy="12981959"/>
          </a:xfrm>
          <a:custGeom>
            <a:avLst/>
            <a:gdLst/>
            <a:ahLst/>
            <a:cxnLst/>
            <a:rect r="r" b="b" t="t" l="l"/>
            <a:pathLst>
              <a:path h="12981959" w="12811043">
                <a:moveTo>
                  <a:pt x="0" y="5135468"/>
                </a:moveTo>
                <a:lnTo>
                  <a:pt x="5548023" y="0"/>
                </a:lnTo>
                <a:lnTo>
                  <a:pt x="12811042" y="7846490"/>
                </a:lnTo>
                <a:lnTo>
                  <a:pt x="7263019" y="12981958"/>
                </a:lnTo>
                <a:lnTo>
                  <a:pt x="0" y="5135468"/>
                </a:lnTo>
                <a:close/>
              </a:path>
            </a:pathLst>
          </a:custGeom>
          <a:blipFill>
            <a:blip r:embed="rId2"/>
            <a:stretch>
              <a:fillRect l="-32646" t="-8688" r="-36465" b="-328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34366" y="5312403"/>
            <a:ext cx="2093283" cy="1680484"/>
            <a:chOff x="0" y="0"/>
            <a:chExt cx="1568315" cy="12590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68315" cy="1259041"/>
            </a:xfrm>
            <a:custGeom>
              <a:avLst/>
              <a:gdLst/>
              <a:ahLst/>
              <a:cxnLst/>
              <a:rect r="r" b="b" t="t" l="l"/>
              <a:pathLst>
                <a:path h="1259041" w="1568315">
                  <a:moveTo>
                    <a:pt x="0" y="0"/>
                  </a:moveTo>
                  <a:lnTo>
                    <a:pt x="1568315" y="0"/>
                  </a:lnTo>
                  <a:lnTo>
                    <a:pt x="1568315" y="1259041"/>
                  </a:lnTo>
                  <a:lnTo>
                    <a:pt x="0" y="1259041"/>
                  </a:lnTo>
                  <a:close/>
                </a:path>
              </a:pathLst>
            </a:custGeom>
            <a:blipFill>
              <a:blip r:embed="rId3"/>
              <a:stretch>
                <a:fillRect l="0" t="-60723" r="0" b="-60723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82243" y="3344624"/>
            <a:ext cx="2245405" cy="1966234"/>
            <a:chOff x="0" y="0"/>
            <a:chExt cx="1568315" cy="13733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68315" cy="1373327"/>
            </a:xfrm>
            <a:custGeom>
              <a:avLst/>
              <a:gdLst/>
              <a:ahLst/>
              <a:cxnLst/>
              <a:rect r="r" b="b" t="t" l="l"/>
              <a:pathLst>
                <a:path h="1373327" w="1568315">
                  <a:moveTo>
                    <a:pt x="0" y="0"/>
                  </a:moveTo>
                  <a:lnTo>
                    <a:pt x="1568315" y="0"/>
                  </a:lnTo>
                  <a:lnTo>
                    <a:pt x="1568315" y="1373327"/>
                  </a:lnTo>
                  <a:lnTo>
                    <a:pt x="0" y="1373327"/>
                  </a:lnTo>
                  <a:close/>
                </a:path>
              </a:pathLst>
            </a:custGeom>
            <a:blipFill>
              <a:blip r:embed="rId4"/>
              <a:stretch>
                <a:fillRect l="0" t="-51509" r="0" b="-51509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47034" y="7277093"/>
            <a:ext cx="2093283" cy="1680484"/>
            <a:chOff x="0" y="0"/>
            <a:chExt cx="1568315" cy="12590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68315" cy="1259041"/>
            </a:xfrm>
            <a:custGeom>
              <a:avLst/>
              <a:gdLst/>
              <a:ahLst/>
              <a:cxnLst/>
              <a:rect r="r" b="b" t="t" l="l"/>
              <a:pathLst>
                <a:path h="1259041" w="1568315">
                  <a:moveTo>
                    <a:pt x="0" y="0"/>
                  </a:moveTo>
                  <a:lnTo>
                    <a:pt x="1568315" y="0"/>
                  </a:lnTo>
                  <a:lnTo>
                    <a:pt x="1568315" y="1259041"/>
                  </a:lnTo>
                  <a:lnTo>
                    <a:pt x="0" y="1259041"/>
                  </a:lnTo>
                  <a:close/>
                </a:path>
              </a:pathLst>
            </a:custGeom>
            <a:blipFill>
              <a:blip r:embed="rId5"/>
              <a:stretch>
                <a:fillRect l="0" t="-7254" r="-102437" b="-123190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>
            <a:off x="756000" y="3344624"/>
            <a:ext cx="6048000" cy="0"/>
          </a:xfrm>
          <a:prstGeom prst="line">
            <a:avLst/>
          </a:prstGeom>
          <a:ln cap="flat" w="9525">
            <a:solidFill>
              <a:srgbClr val="0A030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756000" y="5310859"/>
            <a:ext cx="6048000" cy="0"/>
          </a:xfrm>
          <a:prstGeom prst="line">
            <a:avLst/>
          </a:prstGeom>
          <a:ln cap="flat" w="9525">
            <a:solidFill>
              <a:srgbClr val="0A030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756000" y="7277093"/>
            <a:ext cx="6048000" cy="0"/>
          </a:xfrm>
          <a:prstGeom prst="line">
            <a:avLst/>
          </a:prstGeom>
          <a:ln cap="flat" w="9525">
            <a:solidFill>
              <a:srgbClr val="0A030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756000" y="9243327"/>
            <a:ext cx="6048000" cy="0"/>
          </a:xfrm>
          <a:prstGeom prst="line">
            <a:avLst/>
          </a:prstGeom>
          <a:ln cap="flat" w="9525">
            <a:solidFill>
              <a:srgbClr val="0A030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-543835" y="10497209"/>
            <a:ext cx="8647670" cy="564338"/>
            <a:chOff x="0" y="0"/>
            <a:chExt cx="3099130" cy="2022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99130" cy="202246"/>
            </a:xfrm>
            <a:custGeom>
              <a:avLst/>
              <a:gdLst/>
              <a:ahLst/>
              <a:cxnLst/>
              <a:rect r="r" b="b" t="t" l="l"/>
              <a:pathLst>
                <a:path h="202246" w="3099130">
                  <a:moveTo>
                    <a:pt x="0" y="0"/>
                  </a:moveTo>
                  <a:lnTo>
                    <a:pt x="3099130" y="0"/>
                  </a:lnTo>
                  <a:lnTo>
                    <a:pt x="3099130" y="202246"/>
                  </a:lnTo>
                  <a:lnTo>
                    <a:pt x="0" y="202246"/>
                  </a:lnTo>
                  <a:close/>
                </a:path>
              </a:pathLst>
            </a:custGeom>
            <a:solidFill>
              <a:srgbClr val="0A030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099130" cy="240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682243" y="756000"/>
            <a:ext cx="1556632" cy="1096578"/>
          </a:xfrm>
          <a:custGeom>
            <a:avLst/>
            <a:gdLst/>
            <a:ahLst/>
            <a:cxnLst/>
            <a:rect r="r" b="b" t="t" l="l"/>
            <a:pathLst>
              <a:path h="1096578" w="1556632">
                <a:moveTo>
                  <a:pt x="0" y="0"/>
                </a:moveTo>
                <a:lnTo>
                  <a:pt x="1556633" y="0"/>
                </a:lnTo>
                <a:lnTo>
                  <a:pt x="1556633" y="1096578"/>
                </a:lnTo>
                <a:lnTo>
                  <a:pt x="0" y="10965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552" r="-8662" b="-50698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292168" y="3844771"/>
            <a:ext cx="2986756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2000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BAHASHA   A5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277732" y="7605041"/>
            <a:ext cx="2916222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2000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MANILA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900023" y="3776008"/>
            <a:ext cx="946443" cy="27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89"/>
              </a:lnSpc>
            </a:pPr>
            <a:r>
              <a:rPr lang="en-US" b="true" sz="1635">
                <a:solidFill>
                  <a:srgbClr val="11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23,000/-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86032" y="4220209"/>
            <a:ext cx="3422784" cy="954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66"/>
              </a:lnSpc>
            </a:pPr>
            <a:r>
              <a:rPr lang="en-US" sz="904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📦 OMEGA BAHASHA 📦</a:t>
            </a:r>
          </a:p>
          <a:p>
            <a:pPr algn="just">
              <a:lnSpc>
                <a:spcPts val="1266"/>
              </a:lnSpc>
            </a:pPr>
            <a:r>
              <a:rPr lang="en-US" sz="904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✨ Ubora wa hali ya juu kwa matumizi mbalimbali!</a:t>
            </a:r>
          </a:p>
          <a:p>
            <a:pPr algn="just">
              <a:lnSpc>
                <a:spcPts val="1266"/>
              </a:lnSpc>
            </a:pPr>
            <a:r>
              <a:rPr lang="en-US" sz="904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Inafaa kwa kuhifadhi, kufungasha na kulinda nyaraka zako kwa mpangilio na usalama. 📄</a:t>
            </a:r>
          </a:p>
          <a:p>
            <a:pPr algn="just">
              <a:lnSpc>
                <a:spcPts val="1266"/>
              </a:lnSpc>
            </a:pPr>
            <a:r>
              <a:rPr lang="en-US" sz="904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📏 Size A5</a:t>
            </a:r>
          </a:p>
          <a:p>
            <a:pPr algn="just">
              <a:lnSpc>
                <a:spcPts val="1266"/>
              </a:lnSpc>
              <a:spcBef>
                <a:spcPct val="0"/>
              </a:spcBef>
            </a:pPr>
            <a:r>
              <a:rPr lang="en-US" sz="904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📦 STOCK AVAILABLE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292168" y="5986099"/>
            <a:ext cx="3319643" cy="1105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📦 OMEGA BAHASHA 📦</a:t>
            </a:r>
          </a:p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✨ Ubora wa hali ya juu kwa matumizi mbalimbali!</a:t>
            </a:r>
          </a:p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Inafaa kwa kuhifadhi, kufungasha na kulinda nyaraka zako kwa mpangilio na usalama. 📄</a:t>
            </a:r>
          </a:p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📏 Size A6</a:t>
            </a:r>
          </a:p>
          <a:p>
            <a:pPr algn="just">
              <a:lnSpc>
                <a:spcPts val="1444"/>
              </a:lnSpc>
              <a:spcBef>
                <a:spcPct val="0"/>
              </a:spcBef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📦 STOCK AVAILABLE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81740" y="1111986"/>
            <a:ext cx="4564726" cy="74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4"/>
              </a:lnSpc>
            </a:pPr>
            <a:r>
              <a:rPr lang="en-US" sz="5376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OMEGA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29757" y="9866361"/>
            <a:ext cx="1740852" cy="12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"/>
              </a:lnSpc>
            </a:pPr>
            <a:r>
              <a:rPr lang="en-US" sz="819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indigoprinter06423@gmail.com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040316" y="9866361"/>
            <a:ext cx="1587771" cy="12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3"/>
              </a:lnSpc>
            </a:pPr>
            <a:r>
              <a:rPr lang="en-US" sz="819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P.O.Box10424 Dar es salaam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778389" y="9866361"/>
            <a:ext cx="1025611" cy="236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93"/>
              </a:lnSpc>
            </a:pPr>
            <a:r>
              <a:rPr lang="en-US" sz="819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+255 715 268 391  </a:t>
            </a:r>
          </a:p>
          <a:p>
            <a:pPr algn="r">
              <a:lnSpc>
                <a:spcPts val="893"/>
              </a:lnSpc>
            </a:pPr>
            <a:r>
              <a:rPr lang="en-US" sz="819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+255 699 032 777</a:t>
            </a:r>
            <a:r>
              <a:rPr lang="en-US" sz="819">
                <a:solidFill>
                  <a:srgbClr val="110F0D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2243" y="2209214"/>
            <a:ext cx="5282901" cy="735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7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OMEGA – Ubora Unaouaminiwa. ✨</a:t>
            </a:r>
          </a:p>
          <a:p>
            <a:pPr algn="l">
              <a:lnSpc>
                <a:spcPts val="1437"/>
              </a:lnSpc>
            </a:pPr>
            <a:r>
              <a:rPr lang="en-US" sz="1027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 Tunatoa Counter Books zenye ubora wa hali ya juu, zinazofaa kwa shule, ofisi na biashara. 📚</a:t>
            </a:r>
          </a:p>
          <a:p>
            <a:pPr algn="l">
              <a:lnSpc>
                <a:spcPts val="1437"/>
              </a:lnSpc>
              <a:spcBef>
                <a:spcPct val="0"/>
              </a:spcBef>
            </a:pPr>
            <a:r>
              <a:rPr lang="en-US" sz="1027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OMEGA — Chaguo bora kwa maandishi bora.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277732" y="5605989"/>
            <a:ext cx="2622290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2000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BAHASHA   A6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900023" y="5539314"/>
            <a:ext cx="946443" cy="27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89"/>
              </a:lnSpc>
            </a:pPr>
            <a:r>
              <a:rPr lang="en-US" sz="1635">
                <a:solidFill>
                  <a:srgbClr val="110F0D"/>
                </a:solidFill>
                <a:latin typeface="Canva Sans"/>
                <a:ea typeface="Canva Sans"/>
                <a:cs typeface="Canva Sans"/>
                <a:sym typeface="Canva Sans"/>
              </a:rPr>
              <a:t>57,000/-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900023" y="7538366"/>
            <a:ext cx="946443" cy="27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89"/>
              </a:lnSpc>
            </a:pPr>
            <a:r>
              <a:rPr lang="en-US" b="true" sz="1635">
                <a:solidFill>
                  <a:srgbClr val="11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42,000/-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277732" y="8010807"/>
            <a:ext cx="4080651" cy="1105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📦 OMEGA MANILA 📦</a:t>
            </a:r>
          </a:p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✨ Ubora wa hali ya juu kwa matumizi mbalimbali!</a:t>
            </a:r>
          </a:p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kulinda na kuhifadhi bidhaa au nyaraka kwa </a:t>
            </a:r>
          </a:p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usalama na mpangilio. 📦</a:t>
            </a:r>
          </a:p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📏 Sizes mbalimbali zinapatikana</a:t>
            </a:r>
          </a:p>
          <a:p>
            <a:pPr algn="just">
              <a:lnSpc>
                <a:spcPts val="1444"/>
              </a:lnSpc>
              <a:spcBef>
                <a:spcPct val="0"/>
              </a:spcBef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📦 STOCK AVAILABLE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67313">
            <a:off x="-2625521" y="-1144979"/>
            <a:ext cx="12811043" cy="12981959"/>
          </a:xfrm>
          <a:custGeom>
            <a:avLst/>
            <a:gdLst/>
            <a:ahLst/>
            <a:cxnLst/>
            <a:rect r="r" b="b" t="t" l="l"/>
            <a:pathLst>
              <a:path h="12981959" w="12811043">
                <a:moveTo>
                  <a:pt x="0" y="5135468"/>
                </a:moveTo>
                <a:lnTo>
                  <a:pt x="5548023" y="0"/>
                </a:lnTo>
                <a:lnTo>
                  <a:pt x="12811042" y="7846490"/>
                </a:lnTo>
                <a:lnTo>
                  <a:pt x="7263019" y="12981958"/>
                </a:lnTo>
                <a:lnTo>
                  <a:pt x="0" y="5135468"/>
                </a:lnTo>
                <a:close/>
              </a:path>
            </a:pathLst>
          </a:custGeom>
          <a:blipFill>
            <a:blip r:embed="rId2"/>
            <a:stretch>
              <a:fillRect l="-32646" t="-8688" r="-36465" b="-328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34366" y="5312403"/>
            <a:ext cx="2093283" cy="1680484"/>
            <a:chOff x="0" y="0"/>
            <a:chExt cx="1568315" cy="12590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68315" cy="1259041"/>
            </a:xfrm>
            <a:custGeom>
              <a:avLst/>
              <a:gdLst/>
              <a:ahLst/>
              <a:cxnLst/>
              <a:rect r="r" b="b" t="t" l="l"/>
              <a:pathLst>
                <a:path h="1259041" w="1568315">
                  <a:moveTo>
                    <a:pt x="0" y="0"/>
                  </a:moveTo>
                  <a:lnTo>
                    <a:pt x="1568315" y="0"/>
                  </a:lnTo>
                  <a:lnTo>
                    <a:pt x="1568315" y="1259041"/>
                  </a:lnTo>
                  <a:lnTo>
                    <a:pt x="0" y="1259041"/>
                  </a:lnTo>
                  <a:close/>
                </a:path>
              </a:pathLst>
            </a:custGeom>
            <a:blipFill>
              <a:blip r:embed="rId3"/>
              <a:stretch>
                <a:fillRect l="-5218" t="-63797" r="-3852" b="-77738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82243" y="3344624"/>
            <a:ext cx="2245405" cy="1966234"/>
            <a:chOff x="0" y="0"/>
            <a:chExt cx="1568315" cy="13733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68315" cy="1373327"/>
            </a:xfrm>
            <a:custGeom>
              <a:avLst/>
              <a:gdLst/>
              <a:ahLst/>
              <a:cxnLst/>
              <a:rect r="r" b="b" t="t" l="l"/>
              <a:pathLst>
                <a:path h="1373327" w="1568315">
                  <a:moveTo>
                    <a:pt x="0" y="0"/>
                  </a:moveTo>
                  <a:lnTo>
                    <a:pt x="1568315" y="0"/>
                  </a:lnTo>
                  <a:lnTo>
                    <a:pt x="1568315" y="1373327"/>
                  </a:lnTo>
                  <a:lnTo>
                    <a:pt x="0" y="1373327"/>
                  </a:lnTo>
                  <a:close/>
                </a:path>
              </a:pathLst>
            </a:custGeom>
            <a:blipFill>
              <a:blip r:embed="rId4"/>
              <a:stretch>
                <a:fillRect l="-11744" t="-62897" r="-17516" b="-99525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47034" y="7277093"/>
            <a:ext cx="2093283" cy="1680484"/>
            <a:chOff x="0" y="0"/>
            <a:chExt cx="1568315" cy="12590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68315" cy="1259041"/>
            </a:xfrm>
            <a:custGeom>
              <a:avLst/>
              <a:gdLst/>
              <a:ahLst/>
              <a:cxnLst/>
              <a:rect r="r" b="b" t="t" l="l"/>
              <a:pathLst>
                <a:path h="1259041" w="1568315">
                  <a:moveTo>
                    <a:pt x="0" y="0"/>
                  </a:moveTo>
                  <a:lnTo>
                    <a:pt x="1568315" y="0"/>
                  </a:lnTo>
                  <a:lnTo>
                    <a:pt x="1568315" y="1259041"/>
                  </a:lnTo>
                  <a:lnTo>
                    <a:pt x="0" y="1259041"/>
                  </a:lnTo>
                  <a:close/>
                </a:path>
              </a:pathLst>
            </a:custGeom>
            <a:blipFill>
              <a:blip r:embed="rId5"/>
              <a:stretch>
                <a:fillRect l="-21202" t="-112711" r="-24077" b="-109007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>
            <a:off x="756000" y="3344624"/>
            <a:ext cx="6048000" cy="0"/>
          </a:xfrm>
          <a:prstGeom prst="line">
            <a:avLst/>
          </a:prstGeom>
          <a:ln cap="flat" w="9525">
            <a:solidFill>
              <a:srgbClr val="0A030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756000" y="5310859"/>
            <a:ext cx="6048000" cy="0"/>
          </a:xfrm>
          <a:prstGeom prst="line">
            <a:avLst/>
          </a:prstGeom>
          <a:ln cap="flat" w="9525">
            <a:solidFill>
              <a:srgbClr val="0A030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756000" y="7277093"/>
            <a:ext cx="6048000" cy="0"/>
          </a:xfrm>
          <a:prstGeom prst="line">
            <a:avLst/>
          </a:prstGeom>
          <a:ln cap="flat" w="9525">
            <a:solidFill>
              <a:srgbClr val="0A030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756000" y="9243327"/>
            <a:ext cx="6048000" cy="0"/>
          </a:xfrm>
          <a:prstGeom prst="line">
            <a:avLst/>
          </a:prstGeom>
          <a:ln cap="flat" w="9525">
            <a:solidFill>
              <a:srgbClr val="0A030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-543835" y="10497209"/>
            <a:ext cx="8647670" cy="564338"/>
            <a:chOff x="0" y="0"/>
            <a:chExt cx="3099130" cy="2022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99130" cy="202246"/>
            </a:xfrm>
            <a:custGeom>
              <a:avLst/>
              <a:gdLst/>
              <a:ahLst/>
              <a:cxnLst/>
              <a:rect r="r" b="b" t="t" l="l"/>
              <a:pathLst>
                <a:path h="202246" w="3099130">
                  <a:moveTo>
                    <a:pt x="0" y="0"/>
                  </a:moveTo>
                  <a:lnTo>
                    <a:pt x="3099130" y="0"/>
                  </a:lnTo>
                  <a:lnTo>
                    <a:pt x="3099130" y="202246"/>
                  </a:lnTo>
                  <a:lnTo>
                    <a:pt x="0" y="202246"/>
                  </a:lnTo>
                  <a:close/>
                </a:path>
              </a:pathLst>
            </a:custGeom>
            <a:solidFill>
              <a:srgbClr val="0A030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099130" cy="240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682243" y="756000"/>
            <a:ext cx="1556632" cy="1096578"/>
          </a:xfrm>
          <a:custGeom>
            <a:avLst/>
            <a:gdLst/>
            <a:ahLst/>
            <a:cxnLst/>
            <a:rect r="r" b="b" t="t" l="l"/>
            <a:pathLst>
              <a:path h="1096578" w="1556632">
                <a:moveTo>
                  <a:pt x="0" y="0"/>
                </a:moveTo>
                <a:lnTo>
                  <a:pt x="1556633" y="0"/>
                </a:lnTo>
                <a:lnTo>
                  <a:pt x="1556633" y="1096578"/>
                </a:lnTo>
                <a:lnTo>
                  <a:pt x="0" y="10965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552" r="-8662" b="-50698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277732" y="3616129"/>
            <a:ext cx="2986756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2000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F</a:t>
            </a:r>
            <a:r>
              <a:rPr lang="en-US" sz="2000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LIPCHART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277732" y="7605041"/>
            <a:ext cx="2916222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2000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FOLDER FILE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900023" y="3577842"/>
            <a:ext cx="946443" cy="27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89"/>
              </a:lnSpc>
            </a:pPr>
            <a:r>
              <a:rPr lang="en-US" b="true" sz="1635">
                <a:solidFill>
                  <a:srgbClr val="11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42,000/-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13748" y="4088611"/>
            <a:ext cx="3726621" cy="1113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66"/>
              </a:lnSpc>
            </a:pPr>
            <a:r>
              <a:rPr lang="en-US" sz="904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📚 OMEGA FLIPCHART 📚</a:t>
            </a:r>
          </a:p>
          <a:p>
            <a:pPr algn="just">
              <a:lnSpc>
                <a:spcPts val="1266"/>
              </a:lnSpc>
            </a:pPr>
            <a:r>
              <a:rPr lang="en-US" sz="904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✨ Ubora wa hali ya juu kwa matumizi ya kitaalamu!</a:t>
            </a:r>
          </a:p>
          <a:p>
            <a:pPr algn="just">
              <a:lnSpc>
                <a:spcPts val="1266"/>
              </a:lnSpc>
            </a:pPr>
            <a:r>
              <a:rPr lang="en-US" sz="904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Inafaa kwa mawasilisho, mikutano, mafunzo, semina </a:t>
            </a:r>
          </a:p>
          <a:p>
            <a:pPr algn="just">
              <a:lnSpc>
                <a:spcPts val="1266"/>
              </a:lnSpc>
            </a:pPr>
            <a:r>
              <a:rPr lang="en-US" sz="904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na matumizi ya ofisini. 📝</a:t>
            </a:r>
          </a:p>
          <a:p>
            <a:pPr algn="just">
              <a:lnSpc>
                <a:spcPts val="1266"/>
              </a:lnSpc>
            </a:pPr>
            <a:r>
              <a:rPr lang="en-US" sz="904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📖 Rahisi kutumia</a:t>
            </a:r>
          </a:p>
          <a:p>
            <a:pPr algn="just">
              <a:lnSpc>
                <a:spcPts val="1266"/>
              </a:lnSpc>
            </a:pPr>
            <a:r>
              <a:rPr lang="en-US" sz="904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💼 Inafaa kwa shule, ofisi na biashara</a:t>
            </a:r>
          </a:p>
          <a:p>
            <a:pPr algn="just">
              <a:lnSpc>
                <a:spcPts val="1266"/>
              </a:lnSpc>
              <a:spcBef>
                <a:spcPct val="0"/>
              </a:spcBef>
            </a:pPr>
            <a:r>
              <a:rPr lang="en-US" sz="904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📦 STOCK AVAILABLE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213748" y="5907812"/>
            <a:ext cx="3911821" cy="1287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📚 OMEGA RULED PAPER 📚</a:t>
            </a:r>
          </a:p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✨ Ubora wa hali ya juu kwa matumizi ya kila siku!</a:t>
            </a:r>
          </a:p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📝 Inafaa kwa shule, ofisi, biashara, mazoezi na kuandika kumbukumbu zako kwa mpangilio.</a:t>
            </a:r>
          </a:p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📄 400 Sheets, 📦 16 Pkt</a:t>
            </a:r>
          </a:p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✨ Nadhifu | 📖 Karatasi zenye mistari | 📝 Rahisi kutumia</a:t>
            </a:r>
          </a:p>
          <a:p>
            <a:pPr algn="just">
              <a:lnSpc>
                <a:spcPts val="1444"/>
              </a:lnSpc>
              <a:spcBef>
                <a:spcPct val="0"/>
              </a:spcBef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📦 STOCK AVAILABLE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81740" y="1111986"/>
            <a:ext cx="4564726" cy="74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4"/>
              </a:lnSpc>
            </a:pPr>
            <a:r>
              <a:rPr lang="en-US" sz="5376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OMEGA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29757" y="9866361"/>
            <a:ext cx="1740852" cy="12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"/>
              </a:lnSpc>
            </a:pPr>
            <a:r>
              <a:rPr lang="en-US" sz="819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indigoprinter06423@gmail.com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040316" y="9866361"/>
            <a:ext cx="1587771" cy="12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3"/>
              </a:lnSpc>
            </a:pPr>
            <a:r>
              <a:rPr lang="en-US" sz="819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P.O.Box10424 Dar es salaam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778389" y="9866361"/>
            <a:ext cx="1025611" cy="236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93"/>
              </a:lnSpc>
            </a:pPr>
            <a:r>
              <a:rPr lang="en-US" sz="819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+255 715 268 391  </a:t>
            </a:r>
          </a:p>
          <a:p>
            <a:pPr algn="r">
              <a:lnSpc>
                <a:spcPts val="893"/>
              </a:lnSpc>
            </a:pPr>
            <a:r>
              <a:rPr lang="en-US" sz="819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+255 699 032 777</a:t>
            </a:r>
            <a:r>
              <a:rPr lang="en-US" sz="819">
                <a:solidFill>
                  <a:srgbClr val="110F0D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2243" y="2209214"/>
            <a:ext cx="5282901" cy="735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7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OMEGA – Ubora Unaouaminiwa. ✨</a:t>
            </a:r>
          </a:p>
          <a:p>
            <a:pPr algn="l">
              <a:lnSpc>
                <a:spcPts val="1437"/>
              </a:lnSpc>
            </a:pPr>
            <a:r>
              <a:rPr lang="en-US" sz="1027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 Tunatoa Counter Books zenye ubora wa hali ya juu, zinazofaa kwa shule, ofisi na biashara. 📚</a:t>
            </a:r>
          </a:p>
          <a:p>
            <a:pPr algn="l">
              <a:lnSpc>
                <a:spcPts val="1437"/>
              </a:lnSpc>
              <a:spcBef>
                <a:spcPct val="0"/>
              </a:spcBef>
            </a:pPr>
            <a:r>
              <a:rPr lang="en-US" sz="1027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OMEGA — Chaguo bora kwa maandishi bora.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277732" y="5605989"/>
            <a:ext cx="2622290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2000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RULLED PAPER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900023" y="5539314"/>
            <a:ext cx="946443" cy="27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89"/>
              </a:lnSpc>
            </a:pPr>
            <a:r>
              <a:rPr lang="en-US" b="true" sz="1635">
                <a:solidFill>
                  <a:srgbClr val="11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70,000/-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900023" y="7538366"/>
            <a:ext cx="946443" cy="27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89"/>
              </a:lnSpc>
            </a:pPr>
            <a:r>
              <a:rPr lang="en-US" b="true" sz="1635">
                <a:solidFill>
                  <a:srgbClr val="11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90,000/-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277732" y="8163798"/>
            <a:ext cx="3319643" cy="74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44"/>
              </a:lnSpc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📁 OMEGA FILE FOLDER – Ubora na uimara kwa matumizi ya kila siku.</a:t>
            </a:r>
          </a:p>
          <a:p>
            <a:pPr algn="just">
              <a:lnSpc>
                <a:spcPts val="1444"/>
              </a:lnSpc>
              <a:spcBef>
                <a:spcPct val="0"/>
              </a:spcBef>
            </a:pPr>
            <a:r>
              <a:rPr lang="en-US" sz="1032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✨ Inafaa kwa kuhifadhi na kupanga nyaraka kwa mpangilio na usalama.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67313">
            <a:off x="-2625521" y="-1144979"/>
            <a:ext cx="12811043" cy="12981959"/>
          </a:xfrm>
          <a:custGeom>
            <a:avLst/>
            <a:gdLst/>
            <a:ahLst/>
            <a:cxnLst/>
            <a:rect r="r" b="b" t="t" l="l"/>
            <a:pathLst>
              <a:path h="12981959" w="12811043">
                <a:moveTo>
                  <a:pt x="0" y="5135468"/>
                </a:moveTo>
                <a:lnTo>
                  <a:pt x="5548023" y="0"/>
                </a:lnTo>
                <a:lnTo>
                  <a:pt x="12811042" y="7846490"/>
                </a:lnTo>
                <a:lnTo>
                  <a:pt x="7263019" y="12981958"/>
                </a:lnTo>
                <a:lnTo>
                  <a:pt x="0" y="5135468"/>
                </a:lnTo>
                <a:close/>
              </a:path>
            </a:pathLst>
          </a:custGeom>
          <a:blipFill>
            <a:blip r:embed="rId2"/>
            <a:stretch>
              <a:fillRect l="-32646" t="-8688" r="-36465" b="-328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34366" y="5312403"/>
            <a:ext cx="2093283" cy="1680484"/>
            <a:chOff x="0" y="0"/>
            <a:chExt cx="1568315" cy="12590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68315" cy="1259041"/>
            </a:xfrm>
            <a:custGeom>
              <a:avLst/>
              <a:gdLst/>
              <a:ahLst/>
              <a:cxnLst/>
              <a:rect r="r" b="b" t="t" l="l"/>
              <a:pathLst>
                <a:path h="1259041" w="1568315">
                  <a:moveTo>
                    <a:pt x="0" y="0"/>
                  </a:moveTo>
                  <a:lnTo>
                    <a:pt x="1568315" y="0"/>
                  </a:lnTo>
                  <a:lnTo>
                    <a:pt x="1568315" y="1259041"/>
                  </a:lnTo>
                  <a:lnTo>
                    <a:pt x="0" y="1259041"/>
                  </a:lnTo>
                  <a:close/>
                </a:path>
              </a:pathLst>
            </a:custGeom>
            <a:blipFill>
              <a:blip r:embed="rId3"/>
              <a:stretch>
                <a:fillRect l="-10294" t="-91270" r="-13804" b="-8354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82243" y="3344624"/>
            <a:ext cx="2245405" cy="1966234"/>
            <a:chOff x="0" y="0"/>
            <a:chExt cx="1568315" cy="13733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68315" cy="1373327"/>
            </a:xfrm>
            <a:custGeom>
              <a:avLst/>
              <a:gdLst/>
              <a:ahLst/>
              <a:cxnLst/>
              <a:rect r="r" b="b" t="t" l="l"/>
              <a:pathLst>
                <a:path h="1373327" w="1568315">
                  <a:moveTo>
                    <a:pt x="0" y="0"/>
                  </a:moveTo>
                  <a:lnTo>
                    <a:pt x="1568315" y="0"/>
                  </a:lnTo>
                  <a:lnTo>
                    <a:pt x="1568315" y="1373327"/>
                  </a:lnTo>
                  <a:lnTo>
                    <a:pt x="0" y="1373327"/>
                  </a:lnTo>
                  <a:close/>
                </a:path>
              </a:pathLst>
            </a:custGeom>
            <a:blipFill>
              <a:blip r:embed="rId4"/>
              <a:stretch>
                <a:fillRect l="-10105" t="-74869" r="-9220" b="-67385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47034" y="7277093"/>
            <a:ext cx="2093283" cy="1680484"/>
            <a:chOff x="0" y="0"/>
            <a:chExt cx="1568315" cy="12590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68315" cy="1259041"/>
            </a:xfrm>
            <a:custGeom>
              <a:avLst/>
              <a:gdLst/>
              <a:ahLst/>
              <a:cxnLst/>
              <a:rect r="r" b="b" t="t" l="l"/>
              <a:pathLst>
                <a:path h="1259041" w="1568315">
                  <a:moveTo>
                    <a:pt x="0" y="0"/>
                  </a:moveTo>
                  <a:lnTo>
                    <a:pt x="1568315" y="0"/>
                  </a:lnTo>
                  <a:lnTo>
                    <a:pt x="1568315" y="1259041"/>
                  </a:lnTo>
                  <a:lnTo>
                    <a:pt x="0" y="1259041"/>
                  </a:lnTo>
                  <a:close/>
                </a:path>
              </a:pathLst>
            </a:custGeom>
            <a:blipFill>
              <a:blip r:embed="rId5"/>
              <a:stretch>
                <a:fillRect l="0" t="-60723" r="0" b="-60723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>
            <a:off x="756000" y="3344624"/>
            <a:ext cx="6048000" cy="0"/>
          </a:xfrm>
          <a:prstGeom prst="line">
            <a:avLst/>
          </a:prstGeom>
          <a:ln cap="flat" w="9525">
            <a:solidFill>
              <a:srgbClr val="0A030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756000" y="5310859"/>
            <a:ext cx="6048000" cy="0"/>
          </a:xfrm>
          <a:prstGeom prst="line">
            <a:avLst/>
          </a:prstGeom>
          <a:ln cap="flat" w="9525">
            <a:solidFill>
              <a:srgbClr val="0A030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756000" y="7277093"/>
            <a:ext cx="6048000" cy="0"/>
          </a:xfrm>
          <a:prstGeom prst="line">
            <a:avLst/>
          </a:prstGeom>
          <a:ln cap="flat" w="9525">
            <a:solidFill>
              <a:srgbClr val="0A030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756000" y="9243327"/>
            <a:ext cx="6048000" cy="0"/>
          </a:xfrm>
          <a:prstGeom prst="line">
            <a:avLst/>
          </a:prstGeom>
          <a:ln cap="flat" w="9525">
            <a:solidFill>
              <a:srgbClr val="0A030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-543835" y="10497209"/>
            <a:ext cx="8647670" cy="564338"/>
            <a:chOff x="0" y="0"/>
            <a:chExt cx="3099130" cy="2022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99130" cy="202246"/>
            </a:xfrm>
            <a:custGeom>
              <a:avLst/>
              <a:gdLst/>
              <a:ahLst/>
              <a:cxnLst/>
              <a:rect r="r" b="b" t="t" l="l"/>
              <a:pathLst>
                <a:path h="202246" w="3099130">
                  <a:moveTo>
                    <a:pt x="0" y="0"/>
                  </a:moveTo>
                  <a:lnTo>
                    <a:pt x="3099130" y="0"/>
                  </a:lnTo>
                  <a:lnTo>
                    <a:pt x="3099130" y="202246"/>
                  </a:lnTo>
                  <a:lnTo>
                    <a:pt x="0" y="202246"/>
                  </a:lnTo>
                  <a:close/>
                </a:path>
              </a:pathLst>
            </a:custGeom>
            <a:solidFill>
              <a:srgbClr val="0A030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099130" cy="240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682243" y="756000"/>
            <a:ext cx="1556632" cy="1096578"/>
          </a:xfrm>
          <a:custGeom>
            <a:avLst/>
            <a:gdLst/>
            <a:ahLst/>
            <a:cxnLst/>
            <a:rect r="r" b="b" t="t" l="l"/>
            <a:pathLst>
              <a:path h="1096578" w="1556632">
                <a:moveTo>
                  <a:pt x="0" y="0"/>
                </a:moveTo>
                <a:lnTo>
                  <a:pt x="1556633" y="0"/>
                </a:lnTo>
                <a:lnTo>
                  <a:pt x="1556633" y="1096578"/>
                </a:lnTo>
                <a:lnTo>
                  <a:pt x="0" y="10965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552" r="-8662" b="-50698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292168" y="3844771"/>
            <a:ext cx="2986756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2000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PLASTIC FILE P.V.C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277732" y="7605041"/>
            <a:ext cx="2916222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2000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OXFORD COMPASS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652098" y="3769203"/>
            <a:ext cx="1072734" cy="27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89"/>
              </a:lnSpc>
            </a:pPr>
            <a:r>
              <a:rPr lang="en-US" b="true" sz="1635">
                <a:solidFill>
                  <a:srgbClr val="11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270,000/-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92168" y="4330749"/>
            <a:ext cx="2999027" cy="634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66"/>
              </a:lnSpc>
            </a:pPr>
            <a:r>
              <a:rPr lang="en-US" sz="904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PLASTIC FILE FOR P.V.C FILES </a:t>
            </a:r>
          </a:p>
          <a:p>
            <a:pPr algn="just">
              <a:lnSpc>
                <a:spcPts val="1266"/>
              </a:lnSpc>
            </a:pPr>
            <a:r>
              <a:rPr lang="en-US" sz="904">
                <a:solidFill>
                  <a:srgbClr val="110F0D"/>
                </a:solidFill>
                <a:latin typeface="Poppins"/>
                <a:ea typeface="Poppins"/>
                <a:cs typeface="Poppins"/>
                <a:sym typeface="Poppins"/>
              </a:rPr>
              <a:t>Faili bora kwa ofisi yako — imara, safi na maridadi! 📁✨</a:t>
            </a:r>
          </a:p>
          <a:p>
            <a:pPr algn="just">
              <a:lnSpc>
                <a:spcPts val="1266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2281740" y="1111986"/>
            <a:ext cx="4564726" cy="74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4"/>
              </a:lnSpc>
            </a:pPr>
            <a:r>
              <a:rPr lang="en-US" sz="5376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OMEGA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29757" y="9866361"/>
            <a:ext cx="1740852" cy="12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"/>
              </a:lnSpc>
            </a:pPr>
            <a:r>
              <a:rPr lang="en-US" sz="819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indigoprinter06423@gmail.com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040316" y="9866361"/>
            <a:ext cx="1587771" cy="12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3"/>
              </a:lnSpc>
            </a:pPr>
            <a:r>
              <a:rPr lang="en-US" sz="819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P.O.Box10424 Dar es salaam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778389" y="9866361"/>
            <a:ext cx="1025611" cy="236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93"/>
              </a:lnSpc>
            </a:pPr>
            <a:r>
              <a:rPr lang="en-US" sz="819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+255 715 268 391  </a:t>
            </a:r>
          </a:p>
          <a:p>
            <a:pPr algn="r">
              <a:lnSpc>
                <a:spcPts val="893"/>
              </a:lnSpc>
            </a:pPr>
            <a:r>
              <a:rPr lang="en-US" sz="819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+255 699 032 777</a:t>
            </a:r>
            <a:r>
              <a:rPr lang="en-US" sz="819">
                <a:solidFill>
                  <a:srgbClr val="110F0D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2243" y="2209214"/>
            <a:ext cx="5282901" cy="735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7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OMEGA – Ubora Unaouaminiwa. ✨</a:t>
            </a:r>
          </a:p>
          <a:p>
            <a:pPr algn="l">
              <a:lnSpc>
                <a:spcPts val="1437"/>
              </a:lnSpc>
            </a:pPr>
            <a:r>
              <a:rPr lang="en-US" sz="1027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 Tunatoa Counter Books zenye ubora wa hali ya juu, zinazofaa kwa shule, ofisi na biashara. 📚</a:t>
            </a:r>
          </a:p>
          <a:p>
            <a:pPr algn="l">
              <a:lnSpc>
                <a:spcPts val="1437"/>
              </a:lnSpc>
              <a:spcBef>
                <a:spcPct val="0"/>
              </a:spcBef>
            </a:pPr>
            <a:r>
              <a:rPr lang="en-US" sz="1027" b="true">
                <a:solidFill>
                  <a:srgbClr val="110F0D"/>
                </a:solidFill>
                <a:latin typeface="Poppins Bold"/>
                <a:ea typeface="Poppins Bold"/>
                <a:cs typeface="Poppins Bold"/>
                <a:sym typeface="Poppins Bold"/>
              </a:rPr>
              <a:t>OMEGA — Chaguo bora kwa maandishi bora.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277732" y="5605989"/>
            <a:ext cx="2622290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2000" b="true">
                <a:solidFill>
                  <a:srgbClr val="110F0D"/>
                </a:solidFill>
                <a:latin typeface="Cotoris Bold"/>
                <a:ea typeface="Cotoris Bold"/>
                <a:cs typeface="Cotoris Bold"/>
                <a:sym typeface="Cotoris Bold"/>
              </a:rPr>
              <a:t>PRINTER JARADIO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900023" y="5539314"/>
            <a:ext cx="946443" cy="27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89"/>
              </a:lnSpc>
            </a:pPr>
            <a:r>
              <a:rPr lang="en-US" b="true" sz="1635">
                <a:solidFill>
                  <a:srgbClr val="11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55,000/-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778389" y="7538366"/>
            <a:ext cx="1068077" cy="27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89"/>
              </a:lnSpc>
            </a:pPr>
            <a:r>
              <a:rPr lang="en-US" b="true" sz="1635">
                <a:solidFill>
                  <a:srgbClr val="110F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180,000/-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DAHXJBlqF5c</dc:identifier>
  <dcterms:modified xsi:type="dcterms:W3CDTF">2011-08-01T06:04:30Z</dcterms:modified>
  <cp:revision>1</cp:revision>
  <dc:title>White and Black Simple Product Catalog</dc:title>
</cp:coreProperties>
</file>